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96" r:id="rId2"/>
  </p:sldMasterIdLst>
  <p:notesMasterIdLst>
    <p:notesMasterId r:id="rId24"/>
  </p:notesMasterIdLst>
  <p:sldIdLst>
    <p:sldId id="1824" r:id="rId3"/>
    <p:sldId id="2732" r:id="rId4"/>
    <p:sldId id="2740" r:id="rId5"/>
    <p:sldId id="2764" r:id="rId6"/>
    <p:sldId id="2760" r:id="rId7"/>
    <p:sldId id="2757" r:id="rId8"/>
    <p:sldId id="2762" r:id="rId9"/>
    <p:sldId id="2759" r:id="rId10"/>
    <p:sldId id="2779" r:id="rId11"/>
    <p:sldId id="2777" r:id="rId12"/>
    <p:sldId id="2780" r:id="rId13"/>
    <p:sldId id="2781" r:id="rId14"/>
    <p:sldId id="2782" r:id="rId15"/>
    <p:sldId id="2778" r:id="rId16"/>
    <p:sldId id="2783" r:id="rId17"/>
    <p:sldId id="2785" r:id="rId18"/>
    <p:sldId id="2786" r:id="rId19"/>
    <p:sldId id="2787" r:id="rId20"/>
    <p:sldId id="2788" r:id="rId21"/>
    <p:sldId id="2679" r:id="rId22"/>
    <p:sldId id="1825" r:id="rId23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11" autoAdjust="0"/>
    <p:restoredTop sz="94660"/>
  </p:normalViewPr>
  <p:slideViewPr>
    <p:cSldViewPr snapToGrid="0">
      <p:cViewPr varScale="1">
        <p:scale>
          <a:sx n="94" d="100"/>
          <a:sy n="94" d="100"/>
        </p:scale>
        <p:origin x="44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viewProps" Target="viewProp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C2F82D8-63BF-417C-A7F3-2005C35DC284}" type="datetimeFigureOut">
              <a:rPr lang="zh-CN" altLang="en-US" smtClean="0"/>
              <a:t>2026/5/29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F55DBF-B810-4B77-BDC0-84246A603E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88735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5432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31013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3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111615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4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0439700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5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795558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6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632602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7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72283045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8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7137095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9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14077215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10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9121396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11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912139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12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14077215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2BEE47-6ACE-7896-F8B4-AAE1583507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1C34D23-210D-9272-50DF-017EE467E5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1470BFC-4DD1-D8C3-B7E5-3559F3E678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700195C-78E0-8BB6-48FD-6687EF14B7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13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05403979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14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93168405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ABEF8A-5B49-EC0F-681B-24A1AA569A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45DD74F-D256-5596-AE3B-1C855B8452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A06102D-2049-D761-133C-DB87EAB538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642226E-A57E-811C-6A03-702A372C4E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15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23624340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313E5F-08E7-7334-5AF8-FF082B003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B7531E2-BAEF-5563-B746-554022948A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526CC5A-3261-022B-9799-7E23192455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21C529E-D7A8-0659-12CF-82D01D59E8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16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07866871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777408-DF1D-9454-6C5D-8E0D278D5A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140D12A-66DC-A4E9-7BE4-293E1911CA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F88D7E5-D7C0-C6FE-F43C-CF0DB29BF0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C0A7AAA-B440-0FCC-9E7A-D74D2E524F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17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9851112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A686CD-4387-7FCA-375C-7683CA4724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C593814-84D5-4E60-DE5B-20CD2F66A4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6293FBD1-0F1B-EEFD-E672-D90E14C19D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460ABF3-EFE7-B97F-49B0-8C0203F46B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18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021011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3DEFE8-8B86-E087-4608-FDD9760B5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00BFCEF9-9E70-EA5D-E905-7239F05049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E686EB2-4244-97AF-B10D-5D08D001D0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8F64060-E0C9-3325-D445-C5F1F84E0A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19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506768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20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78173511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21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305048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63157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1606550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66474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>
            <a:extLst>
              <a:ext uri="{FF2B5EF4-FFF2-40B4-BE49-F238E27FC236}">
                <a16:creationId xmlns:a16="http://schemas.microsoft.com/office/drawing/2014/main" id="{4C384090-74D6-4428-AF76-0E7D4CB18A72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>
              <a:extLst>
                <a:ext uri="{FF2B5EF4-FFF2-40B4-BE49-F238E27FC236}">
                  <a16:creationId xmlns:a16="http://schemas.microsoft.com/office/drawing/2014/main" id="{3446BDF9-6051-4AF8-99A5-FBD19BA9AE78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>
                <a:extLst>
                  <a:ext uri="{FF2B5EF4-FFF2-40B4-BE49-F238E27FC236}">
                    <a16:creationId xmlns:a16="http://schemas.microsoft.com/office/drawing/2014/main" id="{0682AD5D-2E10-43A1-A3F1-E2642DF2D21B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任意多边形: 形状 209">
                <a:extLst>
                  <a:ext uri="{FF2B5EF4-FFF2-40B4-BE49-F238E27FC236}">
                    <a16:creationId xmlns:a16="http://schemas.microsoft.com/office/drawing/2014/main" id="{56BD6A59-EE9B-45E7-BEE7-9497ED5A3954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6D2DF313-CD0F-4104-9FC0-9C76DDF0CDD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>
                <a:extLst>
                  <a:ext uri="{FF2B5EF4-FFF2-40B4-BE49-F238E27FC236}">
                    <a16:creationId xmlns:a16="http://schemas.microsoft.com/office/drawing/2014/main" id="{C11ABB28-3C0A-4916-B5C2-AE56EE9E43D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任意多边形: 形状 206">
                <a:extLst>
                  <a:ext uri="{FF2B5EF4-FFF2-40B4-BE49-F238E27FC236}">
                    <a16:creationId xmlns:a16="http://schemas.microsoft.com/office/drawing/2014/main" id="{D22987D1-3845-4443-873F-F5BD467D187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任意多边形: 形状 207">
                <a:extLst>
                  <a:ext uri="{FF2B5EF4-FFF2-40B4-BE49-F238E27FC236}">
                    <a16:creationId xmlns:a16="http://schemas.microsoft.com/office/drawing/2014/main" id="{AC1B2995-7B7F-4478-A8BA-95C13225BD9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90" name="任意多边形: 形状 189">
              <a:extLst>
                <a:ext uri="{FF2B5EF4-FFF2-40B4-BE49-F238E27FC236}">
                  <a16:creationId xmlns:a16="http://schemas.microsoft.com/office/drawing/2014/main" id="{9C008815-CE33-4C86-AF92-0BE2855C15E7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1" name="任意多边形: 形状 190">
              <a:extLst>
                <a:ext uri="{FF2B5EF4-FFF2-40B4-BE49-F238E27FC236}">
                  <a16:creationId xmlns:a16="http://schemas.microsoft.com/office/drawing/2014/main" id="{828DE542-C64D-42EB-AB89-602AF638E39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F22E4A25-6F47-4CDA-8DA8-75DA10B4740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>
                <a:extLst>
                  <a:ext uri="{FF2B5EF4-FFF2-40B4-BE49-F238E27FC236}">
                    <a16:creationId xmlns:a16="http://schemas.microsoft.com/office/drawing/2014/main" id="{B9EB97FD-1B66-4433-A99E-68F8496AB07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任意多边形: 形状 203">
                <a:extLst>
                  <a:ext uri="{FF2B5EF4-FFF2-40B4-BE49-F238E27FC236}">
                    <a16:creationId xmlns:a16="http://schemas.microsoft.com/office/drawing/2014/main" id="{E92D07F7-FBD2-4F55-91B1-21A55D8E36C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任意多边形: 形状 204">
                <a:extLst>
                  <a:ext uri="{FF2B5EF4-FFF2-40B4-BE49-F238E27FC236}">
                    <a16:creationId xmlns:a16="http://schemas.microsoft.com/office/drawing/2014/main" id="{475C8452-6370-4E67-968B-E22E623D9928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E839CAF-8888-4C0E-825D-DD0969E1F44F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>
                <a:extLst>
                  <a:ext uri="{FF2B5EF4-FFF2-40B4-BE49-F238E27FC236}">
                    <a16:creationId xmlns:a16="http://schemas.microsoft.com/office/drawing/2014/main" id="{2CD2C639-88EB-4F80-A08E-C5B71996C7CA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任意多边形: 形状 201">
                <a:extLst>
                  <a:ext uri="{FF2B5EF4-FFF2-40B4-BE49-F238E27FC236}">
                    <a16:creationId xmlns:a16="http://schemas.microsoft.com/office/drawing/2014/main" id="{88EBAB4C-F48B-480E-A472-462245FB147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A4E3AE28-EB84-40BA-9EB6-BB5676A9820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>
                <a:extLst>
                  <a:ext uri="{FF2B5EF4-FFF2-40B4-BE49-F238E27FC236}">
                    <a16:creationId xmlns:a16="http://schemas.microsoft.com/office/drawing/2014/main" id="{F51DAEFE-F09D-479A-8569-082F43C5C51F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199">
                <a:extLst>
                  <a:ext uri="{FF2B5EF4-FFF2-40B4-BE49-F238E27FC236}">
                    <a16:creationId xmlns:a16="http://schemas.microsoft.com/office/drawing/2014/main" id="{CE76E9D8-A71D-43F9-9AC5-EA6E682CCA6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631F8530-CB83-41CE-98C7-0F028A2C459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>
                <a:extLst>
                  <a:ext uri="{FF2B5EF4-FFF2-40B4-BE49-F238E27FC236}">
                    <a16:creationId xmlns:a16="http://schemas.microsoft.com/office/drawing/2014/main" id="{EAC3BDD2-FC8E-462B-AA73-DCE5A7A7B49C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196">
                <a:extLst>
                  <a:ext uri="{FF2B5EF4-FFF2-40B4-BE49-F238E27FC236}">
                    <a16:creationId xmlns:a16="http://schemas.microsoft.com/office/drawing/2014/main" id="{6075164C-D1E0-4E06-AD92-3E11A61478C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197">
                <a:extLst>
                  <a:ext uri="{FF2B5EF4-FFF2-40B4-BE49-F238E27FC236}">
                    <a16:creationId xmlns:a16="http://schemas.microsoft.com/office/drawing/2014/main" id="{ED6F3FA9-9B97-44DC-90AA-A265F229518B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2C7B4E47-3080-45CB-87B2-94CA035336A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198744CB-B8BA-4B79-9CC0-CB8DC24A0494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30B071F8-1536-4824-8545-AB7D2B71C714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EABD4CF-92A9-4351-BF6C-0CBC1A8B2809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933C7AE3-18E4-47CE-AB2A-2C70C9DFCAF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18C03B6-79DF-43AC-AF63-96A9F5B0B2EB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3729807D-9A55-49E1-973D-0C98B570212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89F8288A-A873-49B5-BAF1-535B41B7837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7AE21FC-6B57-445E-AA62-92CF587AA907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71A8AD85-032E-4296-9C66-5F1CFFF10AD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D4E68AC-8A6B-4AF1-9C38-61E3BF68ED71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F96B38F-6B1D-41C4-BDC0-75E27E52798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F6F23485-38A3-4A99-9610-04B63F5085C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173EBA1-315D-4176-B1A9-FDC22BB54AD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19260346-67F9-4E99-A0F7-A8867EE573C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D473A42C-4ED7-4FCB-9017-BF1C2BA7C87A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AEDED12C-8C27-40AA-9E91-A682013D021C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2310529"/>
      </p:ext>
    </p:extLst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标题 11">
            <a:extLst>
              <a:ext uri="{FF2B5EF4-FFF2-40B4-BE49-F238E27FC236}">
                <a16:creationId xmlns:a16="http://schemas.microsoft.com/office/drawing/2014/main" id="{F740B2F3-F46E-47AE-8C0D-F561C0D52E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B1786EDE-9A54-4781-B40A-4A74404429DE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3" name="组合 32">
              <a:extLst>
                <a:ext uri="{FF2B5EF4-FFF2-40B4-BE49-F238E27FC236}">
                  <a16:creationId xmlns:a16="http://schemas.microsoft.com/office/drawing/2014/main" id="{B2303977-48C7-4D65-B8F8-E82E0CE50446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55" name="任意多边形: 形状 54">
                <a:extLst>
                  <a:ext uri="{FF2B5EF4-FFF2-40B4-BE49-F238E27FC236}">
                    <a16:creationId xmlns:a16="http://schemas.microsoft.com/office/drawing/2014/main" id="{377C86A8-7081-40CA-A3A4-FB94860468BC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任意多边形: 形状 55">
                <a:extLst>
                  <a:ext uri="{FF2B5EF4-FFF2-40B4-BE49-F238E27FC236}">
                    <a16:creationId xmlns:a16="http://schemas.microsoft.com/office/drawing/2014/main" id="{771F37FD-3CA6-4977-8D5A-68FD45F4D3E9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>
              <a:extLst>
                <a:ext uri="{FF2B5EF4-FFF2-40B4-BE49-F238E27FC236}">
                  <a16:creationId xmlns:a16="http://schemas.microsoft.com/office/drawing/2014/main" id="{1ED61572-3852-4578-8E05-B34C9934BD54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52" name="任意多边形: 形状 51">
                <a:extLst>
                  <a:ext uri="{FF2B5EF4-FFF2-40B4-BE49-F238E27FC236}">
                    <a16:creationId xmlns:a16="http://schemas.microsoft.com/office/drawing/2014/main" id="{01E2787B-A3B6-462C-A638-8061EADAA0B4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任意多边形: 形状 52">
                <a:extLst>
                  <a:ext uri="{FF2B5EF4-FFF2-40B4-BE49-F238E27FC236}">
                    <a16:creationId xmlns:a16="http://schemas.microsoft.com/office/drawing/2014/main" id="{6A4BA0F7-8023-4043-B549-295121791ED2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任意多边形: 形状 53">
                <a:extLst>
                  <a:ext uri="{FF2B5EF4-FFF2-40B4-BE49-F238E27FC236}">
                    <a16:creationId xmlns:a16="http://schemas.microsoft.com/office/drawing/2014/main" id="{20C192AC-9280-412D-B00E-6AEB3E784569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0681E0B2-BA6C-4B3A-8067-CE06D5E92DD6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060E4BC4-3427-4212-BB82-026772497D2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8" name="组合 37">
              <a:extLst>
                <a:ext uri="{FF2B5EF4-FFF2-40B4-BE49-F238E27FC236}">
                  <a16:creationId xmlns:a16="http://schemas.microsoft.com/office/drawing/2014/main" id="{7C29E45A-C901-4AE5-AB55-4D6E143727D2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49" name="任意多边形: 形状 48">
                <a:extLst>
                  <a:ext uri="{FF2B5EF4-FFF2-40B4-BE49-F238E27FC236}">
                    <a16:creationId xmlns:a16="http://schemas.microsoft.com/office/drawing/2014/main" id="{771A2B20-4B42-4117-AFC5-61C0FAAFF67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" name="任意多边形: 形状 49">
                <a:extLst>
                  <a:ext uri="{FF2B5EF4-FFF2-40B4-BE49-F238E27FC236}">
                    <a16:creationId xmlns:a16="http://schemas.microsoft.com/office/drawing/2014/main" id="{8F679D32-B171-4776-91E8-67893572903E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" name="任意多边形: 形状 50">
                <a:extLst>
                  <a:ext uri="{FF2B5EF4-FFF2-40B4-BE49-F238E27FC236}">
                    <a16:creationId xmlns:a16="http://schemas.microsoft.com/office/drawing/2014/main" id="{B1B0978B-A948-44AD-986D-E07256FE1E5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9" name="组合 38">
              <a:extLst>
                <a:ext uri="{FF2B5EF4-FFF2-40B4-BE49-F238E27FC236}">
                  <a16:creationId xmlns:a16="http://schemas.microsoft.com/office/drawing/2014/main" id="{646D1B11-219D-4161-BB54-0CD148FB4914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47" name="任意多边形: 形状 46">
                <a:extLst>
                  <a:ext uri="{FF2B5EF4-FFF2-40B4-BE49-F238E27FC236}">
                    <a16:creationId xmlns:a16="http://schemas.microsoft.com/office/drawing/2014/main" id="{059533D6-BBAE-479B-81DB-DE2DCE259E1C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" name="任意多边形: 形状 47">
                <a:extLst>
                  <a:ext uri="{FF2B5EF4-FFF2-40B4-BE49-F238E27FC236}">
                    <a16:creationId xmlns:a16="http://schemas.microsoft.com/office/drawing/2014/main" id="{FEC46BA7-C1E4-43E2-93BF-6180C1F9018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>
              <a:extLst>
                <a:ext uri="{FF2B5EF4-FFF2-40B4-BE49-F238E27FC236}">
                  <a16:creationId xmlns:a16="http://schemas.microsoft.com/office/drawing/2014/main" id="{B75B6C4B-18F3-4B3A-9F03-9CDA1F28208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A8804ADB-8F9E-462A-9FD8-99A852C8DA52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7F025FD4-8885-482F-A343-F44A4B06A1DC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1" name="组合 40">
              <a:extLst>
                <a:ext uri="{FF2B5EF4-FFF2-40B4-BE49-F238E27FC236}">
                  <a16:creationId xmlns:a16="http://schemas.microsoft.com/office/drawing/2014/main" id="{F89016BB-9DB1-4EBE-8248-7EAEE1E00C40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6DF15A7F-8A5B-4BAA-A74C-88507B2CB118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BB008BF4-DD8C-4B1A-8FB2-89001788409E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0A2B9A9B-4F73-4424-A36E-89A992B97D95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63153328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" name="直接连接符 4"/>
          <p:cNvCxnSpPr/>
          <p:nvPr userDrawn="1"/>
        </p:nvCxnSpPr>
        <p:spPr>
          <a:xfrm>
            <a:off x="11155416" y="6133167"/>
            <a:ext cx="0" cy="756171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组合 123">
            <a:extLst>
              <a:ext uri="{FF2B5EF4-FFF2-40B4-BE49-F238E27FC236}">
                <a16:creationId xmlns:a16="http://schemas.microsoft.com/office/drawing/2014/main" id="{91BA485C-3FD9-48ED-9BA6-38A5D82C9CD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5" name="任意多边形: 形状 124">
              <a:extLst>
                <a:ext uri="{FF2B5EF4-FFF2-40B4-BE49-F238E27FC236}">
                  <a16:creationId xmlns:a16="http://schemas.microsoft.com/office/drawing/2014/main" id="{54C8889C-A2E1-4364-80D8-9790F6A93E9A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6" name="组合 125">
              <a:extLst>
                <a:ext uri="{FF2B5EF4-FFF2-40B4-BE49-F238E27FC236}">
                  <a16:creationId xmlns:a16="http://schemas.microsoft.com/office/drawing/2014/main" id="{74BB55E0-D550-4AD7-A965-E7D7BB905974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2C27B1FF-83CE-4BBF-8110-D61DC4621B10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229652DB-33CD-486C-B08B-A5CDCD629EE1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726E5AD5-ED34-4532-96B7-5C56965B4C27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C8B4D017-EAFB-4A3F-805C-EB63CE8330F6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A6120154-CE80-4DD7-BB59-F3B6325B7DB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" name="任意多边形: 形状 216">
                <a:extLst>
                  <a:ext uri="{FF2B5EF4-FFF2-40B4-BE49-F238E27FC236}">
                    <a16:creationId xmlns:a16="http://schemas.microsoft.com/office/drawing/2014/main" id="{F3B88A59-0B48-4F7D-935A-583E5C3205A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18" name="任意多边形: 形状 217">
                <a:extLst>
                  <a:ext uri="{FF2B5EF4-FFF2-40B4-BE49-F238E27FC236}">
                    <a16:creationId xmlns:a16="http://schemas.microsoft.com/office/drawing/2014/main" id="{9BFEB293-11C9-4F92-97D3-8BB50CC0873D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任意多边形: 形状 218">
                <a:extLst>
                  <a:ext uri="{FF2B5EF4-FFF2-40B4-BE49-F238E27FC236}">
                    <a16:creationId xmlns:a16="http://schemas.microsoft.com/office/drawing/2014/main" id="{6FC8C72E-8B02-4C42-80A1-40C16381DD59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任意多边形: 形状 219">
                <a:extLst>
                  <a:ext uri="{FF2B5EF4-FFF2-40B4-BE49-F238E27FC236}">
                    <a16:creationId xmlns:a16="http://schemas.microsoft.com/office/drawing/2014/main" id="{86DD631B-2170-4992-A444-4900F5A2F9F0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221" name="任意多边形: 形状 220">
                <a:extLst>
                  <a:ext uri="{FF2B5EF4-FFF2-40B4-BE49-F238E27FC236}">
                    <a16:creationId xmlns:a16="http://schemas.microsoft.com/office/drawing/2014/main" id="{C2B045B3-9870-44B0-9E5C-212F5C820F9F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任意多边形: 形状 221">
                <a:extLst>
                  <a:ext uri="{FF2B5EF4-FFF2-40B4-BE49-F238E27FC236}">
                    <a16:creationId xmlns:a16="http://schemas.microsoft.com/office/drawing/2014/main" id="{DB28FC52-6E4E-4B35-80A7-21D0A2776CE6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" name="任意多边形: 形状 222">
                <a:extLst>
                  <a:ext uri="{FF2B5EF4-FFF2-40B4-BE49-F238E27FC236}">
                    <a16:creationId xmlns:a16="http://schemas.microsoft.com/office/drawing/2014/main" id="{9D263D0F-D0C5-4FC6-A7F8-AAC70BCFDFDB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" name="任意多边形: 形状 223">
                <a:extLst>
                  <a:ext uri="{FF2B5EF4-FFF2-40B4-BE49-F238E27FC236}">
                    <a16:creationId xmlns:a16="http://schemas.microsoft.com/office/drawing/2014/main" id="{6A4F6559-42C1-41C6-B15A-B6FCE5F7D36C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>
                <a:extLst>
                  <a:ext uri="{FF2B5EF4-FFF2-40B4-BE49-F238E27FC236}">
                    <a16:creationId xmlns:a16="http://schemas.microsoft.com/office/drawing/2014/main" id="{B68420A1-5FAD-4B7E-910C-0B96FBFBFB39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3075297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577850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>
              <a:extLst>
                <a:ext uri="{FF2B5EF4-FFF2-40B4-BE49-F238E27FC236}">
                  <a16:creationId xmlns:a16="http://schemas.microsoft.com/office/drawing/2014/main" id="{77A3E9FF-E8D6-4864-AD9A-BC3E704158E7}"/>
                </a:ext>
              </a:extLst>
            </p:cNvPr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任意多边形: 形状 57">
              <a:extLst>
                <a:ext uri="{FF2B5EF4-FFF2-40B4-BE49-F238E27FC236}">
                  <a16:creationId xmlns:a16="http://schemas.microsoft.com/office/drawing/2014/main" id="{0B39D90D-B980-4ADB-95FB-F043B008E76D}"/>
                </a:ext>
              </a:extLst>
            </p:cNvPr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4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>
            <a:extLst>
              <a:ext uri="{FF2B5EF4-FFF2-40B4-BE49-F238E27FC236}">
                <a16:creationId xmlns:a16="http://schemas.microsoft.com/office/drawing/2014/main" id="{CE6666C3-355D-4A5C-A830-6BBD90D5F1FE}"/>
              </a:ext>
            </a:extLst>
          </p:cNvPr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>
            <a:extLst>
              <a:ext uri="{FF2B5EF4-FFF2-40B4-BE49-F238E27FC236}">
                <a16:creationId xmlns:a16="http://schemas.microsoft.com/office/drawing/2014/main" id="{A85F3802-8B2D-4B9F-8F11-F56846F9E3C6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>
              <a:extLst>
                <a:ext uri="{FF2B5EF4-FFF2-40B4-BE49-F238E27FC236}">
                  <a16:creationId xmlns:a16="http://schemas.microsoft.com/office/drawing/2014/main" id="{0A3C2CFD-B236-427F-8C45-5C118E8E8E39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5B6B4A3E-5BBD-44F3-AC13-21EB1214247F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6ADD1CA9-0407-459F-9BF5-FECA94A0D7DA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17" name="组合 216">
              <a:extLst>
                <a:ext uri="{FF2B5EF4-FFF2-40B4-BE49-F238E27FC236}">
                  <a16:creationId xmlns:a16="http://schemas.microsoft.com/office/drawing/2014/main" id="{28FC674D-2B56-45C1-8E03-C9A2012B7EA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>
                <a:extLst>
                  <a:ext uri="{FF2B5EF4-FFF2-40B4-BE49-F238E27FC236}">
                    <a16:creationId xmlns:a16="http://schemas.microsoft.com/office/drawing/2014/main" id="{42374142-DA05-426B-8ED7-975EB62BA5F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" name="任意多边形: 形状 234">
                <a:extLst>
                  <a:ext uri="{FF2B5EF4-FFF2-40B4-BE49-F238E27FC236}">
                    <a16:creationId xmlns:a16="http://schemas.microsoft.com/office/drawing/2014/main" id="{6468C3EB-F254-4F24-9907-A10B691AFEEB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任意多边形: 形状 235">
                <a:extLst>
                  <a:ext uri="{FF2B5EF4-FFF2-40B4-BE49-F238E27FC236}">
                    <a16:creationId xmlns:a16="http://schemas.microsoft.com/office/drawing/2014/main" id="{8F3BA0F8-3459-4DD5-812D-86AE1CB16A62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18" name="任意多边形: 形状 217">
              <a:extLst>
                <a:ext uri="{FF2B5EF4-FFF2-40B4-BE49-F238E27FC236}">
                  <a16:creationId xmlns:a16="http://schemas.microsoft.com/office/drawing/2014/main" id="{992BB8DA-5951-4391-BA8F-16400FB72932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9" name="任意多边形: 形状 218">
              <a:extLst>
                <a:ext uri="{FF2B5EF4-FFF2-40B4-BE49-F238E27FC236}">
                  <a16:creationId xmlns:a16="http://schemas.microsoft.com/office/drawing/2014/main" id="{9FEE13BF-DD67-48BE-8881-CF8017B064C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20" name="组合 219">
              <a:extLst>
                <a:ext uri="{FF2B5EF4-FFF2-40B4-BE49-F238E27FC236}">
                  <a16:creationId xmlns:a16="http://schemas.microsoft.com/office/drawing/2014/main" id="{F16EEC64-8F7A-4755-B7DC-8247947DB270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>
                <a:extLst>
                  <a:ext uri="{FF2B5EF4-FFF2-40B4-BE49-F238E27FC236}">
                    <a16:creationId xmlns:a16="http://schemas.microsoft.com/office/drawing/2014/main" id="{4CCCB50A-F56F-4E98-A0C0-DAAC3F6FD76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" name="任意多边形: 形状 231">
                <a:extLst>
                  <a:ext uri="{FF2B5EF4-FFF2-40B4-BE49-F238E27FC236}">
                    <a16:creationId xmlns:a16="http://schemas.microsoft.com/office/drawing/2014/main" id="{36263640-0721-4F13-B164-5F3E94934A0A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" name="任意多边形: 形状 232">
                <a:extLst>
                  <a:ext uri="{FF2B5EF4-FFF2-40B4-BE49-F238E27FC236}">
                    <a16:creationId xmlns:a16="http://schemas.microsoft.com/office/drawing/2014/main" id="{A300588D-11D1-4D0A-88CE-F3256793B8BA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1" name="组合 220">
              <a:extLst>
                <a:ext uri="{FF2B5EF4-FFF2-40B4-BE49-F238E27FC236}">
                  <a16:creationId xmlns:a16="http://schemas.microsoft.com/office/drawing/2014/main" id="{D4B5A950-CACD-42B1-935B-D9F2AC5B78D0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>
                <a:extLst>
                  <a:ext uri="{FF2B5EF4-FFF2-40B4-BE49-F238E27FC236}">
                    <a16:creationId xmlns:a16="http://schemas.microsoft.com/office/drawing/2014/main" id="{0F1A3E72-BB5A-40AC-AA3E-D839ABC833F2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" name="任意多边形: 形状 229">
                <a:extLst>
                  <a:ext uri="{FF2B5EF4-FFF2-40B4-BE49-F238E27FC236}">
                    <a16:creationId xmlns:a16="http://schemas.microsoft.com/office/drawing/2014/main" id="{CF75B87B-1501-4C09-8345-F2701C79B42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2" name="组合 221">
              <a:extLst>
                <a:ext uri="{FF2B5EF4-FFF2-40B4-BE49-F238E27FC236}">
                  <a16:creationId xmlns:a16="http://schemas.microsoft.com/office/drawing/2014/main" id="{6CB865DA-5BDF-47E1-8310-E251A55845BB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>
                <a:extLst>
                  <a:ext uri="{FF2B5EF4-FFF2-40B4-BE49-F238E27FC236}">
                    <a16:creationId xmlns:a16="http://schemas.microsoft.com/office/drawing/2014/main" id="{31EFEDE2-84C3-492D-9E8E-876A2D2051B1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" name="任意多边形: 形状 227">
                <a:extLst>
                  <a:ext uri="{FF2B5EF4-FFF2-40B4-BE49-F238E27FC236}">
                    <a16:creationId xmlns:a16="http://schemas.microsoft.com/office/drawing/2014/main" id="{BBC9EEED-F13D-48FA-B09D-B29E5E55C161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3" name="组合 222">
              <a:extLst>
                <a:ext uri="{FF2B5EF4-FFF2-40B4-BE49-F238E27FC236}">
                  <a16:creationId xmlns:a16="http://schemas.microsoft.com/office/drawing/2014/main" id="{60830596-DE77-46C8-9CE2-6059F997F8CC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>
                <a:extLst>
                  <a:ext uri="{FF2B5EF4-FFF2-40B4-BE49-F238E27FC236}">
                    <a16:creationId xmlns:a16="http://schemas.microsoft.com/office/drawing/2014/main" id="{D874D2B0-1DF3-49FB-B6FE-031AF7BD84E8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>
                <a:extLst>
                  <a:ext uri="{FF2B5EF4-FFF2-40B4-BE49-F238E27FC236}">
                    <a16:creationId xmlns:a16="http://schemas.microsoft.com/office/drawing/2014/main" id="{287D281D-BB8E-492A-A269-7FB85247970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" name="任意多边形: 形状 225">
                <a:extLst>
                  <a:ext uri="{FF2B5EF4-FFF2-40B4-BE49-F238E27FC236}">
                    <a16:creationId xmlns:a16="http://schemas.microsoft.com/office/drawing/2014/main" id="{324665D5-A836-4CBA-A83A-5742B08DB18D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89B6FB7C-7BB8-465F-A137-D535F22189F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>
              <a:extLst>
                <a:ext uri="{FF2B5EF4-FFF2-40B4-BE49-F238E27FC236}">
                  <a16:creationId xmlns:a16="http://schemas.microsoft.com/office/drawing/2014/main" id="{A3C5B4EF-C0A9-4754-95FE-629525E97AC7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1" name="组合 120">
              <a:extLst>
                <a:ext uri="{FF2B5EF4-FFF2-40B4-BE49-F238E27FC236}">
                  <a16:creationId xmlns:a16="http://schemas.microsoft.com/office/drawing/2014/main" id="{8776F0A3-AE43-4E9D-8CD7-B51DE50155D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70C77EE7-C5ED-4C80-8BB2-080C0678F623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AF5AB7A1-E922-4165-B6A2-74ACE11E8FF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11B432B3-4D67-4BD9-BFEE-CA88315950B2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CB71029B-2440-42A1-94AE-8491E7E4EDB0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4DCAA0F-8391-4160-856D-74300CF0EB4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11C51F1-CA4B-409A-8383-0BF605F3EBE6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CBFED35B-D6D2-4860-9CDE-B7CC5FEFD820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35E67892-DADE-4230-9756-4CC096EE5E0E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D149E704-06D3-419E-A289-268204C4FA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C66CCFE4-B844-45B9-A3AE-3A952E977C14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7619DFD9-97E1-46AF-A749-A34CBA6B64E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7785BCC0-5C0D-4B64-BA40-951986DCE09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6605EA92-85C1-4992-9F42-EFC688352156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8FB10D14-65F9-42FF-A03C-8A9E63DC6F2B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4382380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>
            <a:extLst>
              <a:ext uri="{FF2B5EF4-FFF2-40B4-BE49-F238E27FC236}">
                <a16:creationId xmlns:a16="http://schemas.microsoft.com/office/drawing/2014/main" id="{C75E756C-98CD-4DE4-BB41-9C72D0D63F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E31E8B1F-809F-4699-B5B5-0B66DEEDAD5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>
              <a:extLst>
                <a:ext uri="{FF2B5EF4-FFF2-40B4-BE49-F238E27FC236}">
                  <a16:creationId xmlns:a16="http://schemas.microsoft.com/office/drawing/2014/main" id="{44D9C79D-ABA0-481F-A068-44F7AEDF9E7B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488A535D-E678-4F79-8C08-1C636757B62C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4FB71EB5-25F5-48AD-80F9-A3F754319CC2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0B665AB4-C797-4912-B899-FB56DE2F0656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CC3145CD-BD93-483F-8FC3-56B0E2CCD43B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1038A68A-AA14-4CAA-9A35-EF4305CA0CCF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31E1A91D-001B-40E3-B91F-3E5BB4FAE17A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EA457497-E729-4639-BCEA-71892886C55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984C2362-FA23-4DDC-AF6B-7B5FB9F3E086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F1EBB10A-72B6-4C27-9604-6095E02823C4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>
                <a:extLst>
                  <a:ext uri="{FF2B5EF4-FFF2-40B4-BE49-F238E27FC236}">
                    <a16:creationId xmlns:a16="http://schemas.microsoft.com/office/drawing/2014/main" id="{0BAFF1FD-BEC6-4919-87FE-40CB25A90CBC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>
                <a:extLst>
                  <a:ext uri="{FF2B5EF4-FFF2-40B4-BE49-F238E27FC236}">
                    <a16:creationId xmlns:a16="http://schemas.microsoft.com/office/drawing/2014/main" id="{99EC4DAF-F614-45EE-911B-7B03D3BD4B00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A1ADE547-B711-4212-B7DA-5A5905DF8083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7434A867-0A52-4EA1-9E34-FBAEC515700D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557AFC43-C903-484B-AC50-127EC09CCB42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>
                <a:extLst>
                  <a:ext uri="{FF2B5EF4-FFF2-40B4-BE49-F238E27FC236}">
                    <a16:creationId xmlns:a16="http://schemas.microsoft.com/office/drawing/2014/main" id="{83EF1F99-7266-4C47-940E-2DFEC0E0E7D2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96F1D81B-D1DC-4937-93B4-7C48BB160EDE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FB3B18C1-58FE-41FE-BD64-6C08CE894EF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FB55BE2D-37AA-459F-A1B6-06E29D889D5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>
              <a:extLst>
                <a:ext uri="{FF2B5EF4-FFF2-40B4-BE49-F238E27FC236}">
                  <a16:creationId xmlns:a16="http://schemas.microsoft.com/office/drawing/2014/main" id="{CF5CB59C-641E-4781-8A87-D5D8AAC135E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5DE49860-E955-4214-BA8D-7E232596B94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5A733D1A-9A62-4B55-8B74-DD82FA1B6F54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E0AE2C2B-D5CB-4657-99CE-ED3998971697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145378"/>
      </p:ext>
    </p:extLst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88" name="矩形 87">
            <a:extLst>
              <a:ext uri="{FF2B5EF4-FFF2-40B4-BE49-F238E27FC236}">
                <a16:creationId xmlns:a16="http://schemas.microsoft.com/office/drawing/2014/main" id="{CE6666C3-355D-4A5C-A830-6BBD90D5F1FE}"/>
              </a:ext>
            </a:extLst>
          </p:cNvPr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9" name="组合 88">
            <a:extLst>
              <a:ext uri="{FF2B5EF4-FFF2-40B4-BE49-F238E27FC236}">
                <a16:creationId xmlns:a16="http://schemas.microsoft.com/office/drawing/2014/main" id="{DABC4001-3248-4ACB-8C06-5B1B1535B023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90" name="任意多边形: 形状 89">
              <a:extLst>
                <a:ext uri="{FF2B5EF4-FFF2-40B4-BE49-F238E27FC236}">
                  <a16:creationId xmlns:a16="http://schemas.microsoft.com/office/drawing/2014/main" id="{045342D8-74EC-4B5A-982D-C47D32FC8B7B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1" name="组合 90">
              <a:extLst>
                <a:ext uri="{FF2B5EF4-FFF2-40B4-BE49-F238E27FC236}">
                  <a16:creationId xmlns:a16="http://schemas.microsoft.com/office/drawing/2014/main" id="{A67E71A1-8CAD-42BF-ABD9-2DFFC8FDEF3E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1FE669A2-3BFE-43DF-8FF5-C3E9E710B6EF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9438BAEE-E2D7-4FFD-B30A-9F29AE0ACE83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C6AC2A5E-451F-4E38-900F-237A3AC998B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9035325D-BE06-426A-829A-CD5B616C2050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89B18326-79A9-4587-B0BC-D1878E3BD87F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D7E1935E-80CC-45BA-B4F5-705542C221E4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BF4EE6CA-7560-4243-9401-51E80D528AF1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833D2B7D-D209-48D2-A964-3B9D564A0E29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3893E3F4-7C37-4B8B-A828-B9DD3A75DA2B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82022201-1A61-49BC-9AFC-39C518F6F482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F2FF33DE-1363-4F5E-83E1-E9A2A234F84D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748CFF4B-CCB3-4D32-BCDF-E9E2D994966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E3D9416A-8CA0-4ACF-B33D-787CDE2630A9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BE191BB4-F3CB-4AEE-8254-585C0038B30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75890791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>
            <a:extLst>
              <a:ext uri="{FF2B5EF4-FFF2-40B4-BE49-F238E27FC236}">
                <a16:creationId xmlns:a16="http://schemas.microsoft.com/office/drawing/2014/main" id="{7D713D83-7631-4F3C-AAAE-9D2BC54A1D1E}"/>
              </a:ext>
            </a:extLst>
          </p:cNvPr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10DB85A9-4553-4495-B1EB-F61FFDC7399E}"/>
              </a:ext>
            </a:extLst>
          </p:cNvPr>
          <p:cNvSpPr/>
          <p:nvPr/>
        </p:nvSpPr>
        <p:spPr>
          <a:xfrm>
            <a:off x="10362852" y="314366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" name="平行四边形 3">
            <a:extLst>
              <a:ext uri="{FF2B5EF4-FFF2-40B4-BE49-F238E27FC236}">
                <a16:creationId xmlns:a16="http://schemas.microsoft.com/office/drawing/2014/main" id="{91BC6857-420C-4F20-ABBF-78DDE1D9F36B}"/>
              </a:ext>
            </a:extLst>
          </p:cNvPr>
          <p:cNvSpPr/>
          <p:nvPr userDrawn="1"/>
        </p:nvSpPr>
        <p:spPr>
          <a:xfrm>
            <a:off x="198120" y="302341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/>
          </p:nvPr>
        </p:nvSpPr>
        <p:spPr>
          <a:xfrm>
            <a:off x="949325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128" name="组合 127">
            <a:extLst>
              <a:ext uri="{FF2B5EF4-FFF2-40B4-BE49-F238E27FC236}">
                <a16:creationId xmlns:a16="http://schemas.microsoft.com/office/drawing/2014/main" id="{C8383FE0-E522-4EAC-8E70-45F158E018CD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>
              <a:extLst>
                <a:ext uri="{FF2B5EF4-FFF2-40B4-BE49-F238E27FC236}">
                  <a16:creationId xmlns:a16="http://schemas.microsoft.com/office/drawing/2014/main" id="{CB9B8E02-2086-4655-B78F-EC83D8A988E1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>
                <a:extLst>
                  <a:ext uri="{FF2B5EF4-FFF2-40B4-BE49-F238E27FC236}">
                    <a16:creationId xmlns:a16="http://schemas.microsoft.com/office/drawing/2014/main" id="{6E3D22B5-B11A-48A9-A060-257D1F59D77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任意多边形: 形状 150">
                <a:extLst>
                  <a:ext uri="{FF2B5EF4-FFF2-40B4-BE49-F238E27FC236}">
                    <a16:creationId xmlns:a16="http://schemas.microsoft.com/office/drawing/2014/main" id="{64587E2F-9FFF-4E6F-8FEB-39EB0E4A781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" name="组合 129">
              <a:extLst>
                <a:ext uri="{FF2B5EF4-FFF2-40B4-BE49-F238E27FC236}">
                  <a16:creationId xmlns:a16="http://schemas.microsoft.com/office/drawing/2014/main" id="{CA0BD629-F25F-46AE-B5E9-E982343C133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>
                <a:extLst>
                  <a:ext uri="{FF2B5EF4-FFF2-40B4-BE49-F238E27FC236}">
                    <a16:creationId xmlns:a16="http://schemas.microsoft.com/office/drawing/2014/main" id="{7E1AC8E9-11EF-4419-BD8A-153BB0E22DAD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>
                <a:extLst>
                  <a:ext uri="{FF2B5EF4-FFF2-40B4-BE49-F238E27FC236}">
                    <a16:creationId xmlns:a16="http://schemas.microsoft.com/office/drawing/2014/main" id="{AFF30249-93B8-404A-B995-EB86451DE20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48">
                <a:extLst>
                  <a:ext uri="{FF2B5EF4-FFF2-40B4-BE49-F238E27FC236}">
                    <a16:creationId xmlns:a16="http://schemas.microsoft.com/office/drawing/2014/main" id="{BA1C20A1-428B-4EF6-8FBF-57026DC40634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B482AD1C-ED24-4921-9C8A-15B4C7F093C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2" name="任意多边形: 形状 131">
              <a:extLst>
                <a:ext uri="{FF2B5EF4-FFF2-40B4-BE49-F238E27FC236}">
                  <a16:creationId xmlns:a16="http://schemas.microsoft.com/office/drawing/2014/main" id="{2341BEDC-C35C-4C1C-9032-6ADCFCFAAD8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33" name="组合 132">
              <a:extLst>
                <a:ext uri="{FF2B5EF4-FFF2-40B4-BE49-F238E27FC236}">
                  <a16:creationId xmlns:a16="http://schemas.microsoft.com/office/drawing/2014/main" id="{87238845-6718-4539-A8A0-231BF2B02C99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555314C9-38FC-4E46-A04E-A4736CD13687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26CF2A7B-72CF-48F1-A2E5-9030273DA5C3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E53D1A45-6F72-4D92-8C18-C741587D083C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>
              <a:extLst>
                <a:ext uri="{FF2B5EF4-FFF2-40B4-BE49-F238E27FC236}">
                  <a16:creationId xmlns:a16="http://schemas.microsoft.com/office/drawing/2014/main" id="{AAC881D3-7921-4447-BDEE-33EB6AF955E5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93589494-02AD-4554-A176-B35B21F04E1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743E9DF6-7795-42AE-8629-FF089C756B7C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>
              <a:extLst>
                <a:ext uri="{FF2B5EF4-FFF2-40B4-BE49-F238E27FC236}">
                  <a16:creationId xmlns:a16="http://schemas.microsoft.com/office/drawing/2014/main" id="{D62C268C-77C2-4791-B7C5-AF52679BE01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0DCB79F8-C499-4D02-ABF1-69EA83CEEDF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9EB68CB0-B8C4-43F0-A381-35CE9AFD618D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>
              <a:extLst>
                <a:ext uri="{FF2B5EF4-FFF2-40B4-BE49-F238E27FC236}">
                  <a16:creationId xmlns:a16="http://schemas.microsoft.com/office/drawing/2014/main" id="{38695BAC-9A33-4E97-812D-AE0948471C5F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CC247730-996E-4A95-B591-4767465282B3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A47BBFC4-76A9-44D0-82BF-F41ADFC88DC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85E81F78-0951-4F3A-9326-E872790224B6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36291880"/>
      </p:ext>
    </p:extLst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9741DB1B-AB11-42E2-ABB3-C439DE312A7F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2" name="组合 81">
              <a:extLst>
                <a:ext uri="{FF2B5EF4-FFF2-40B4-BE49-F238E27FC236}">
                  <a16:creationId xmlns:a16="http://schemas.microsoft.com/office/drawing/2014/main" id="{EF5C9D46-37DD-4C57-A350-A0EC8EC7DA8C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F6B3E919-01D1-4F71-B78F-88857B5F186E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E6582E73-3EF1-4496-86B4-148CCB1EE10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1C92A526-A1E5-46EC-BFAB-553CF90B3D67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FADF062C-660F-41C1-86D7-6F6FCC8D260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46862FDD-BEB7-4AB7-9F26-16B0D0912A41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35D847B-D03D-41DF-9418-19823278BBF5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4" name="任意多边形: 形状 83">
              <a:extLst>
                <a:ext uri="{FF2B5EF4-FFF2-40B4-BE49-F238E27FC236}">
                  <a16:creationId xmlns:a16="http://schemas.microsoft.com/office/drawing/2014/main" id="{37BD3AF7-0867-47D9-833F-77E2356540B2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8C59EC88-DC3C-42D5-9E69-C133815FDDAE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0358EBC5-DCF7-4D34-99DE-722009A0CF1A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2D9FE913-9595-49C4-87B8-6FB6380D001D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39482EB8-05C3-4ABD-B266-E09444B5E79B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72A2889-1049-405B-B709-6F8EF12AB0F0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35A86A9F-08F1-4837-A282-E5925381D53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6D1EC5E5-0DE1-4760-A910-6FA28CD8A4D4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E9788414-F2AA-4644-8AE8-3A9E4627E724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0635EEB8-900A-4B2D-921F-A299904F02D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894074B8-0742-46FD-AFD8-66DCF8B3517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0C39661C-D5CE-431E-982E-FB69667C9DA8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5A936C04-E489-4F03-BD25-86D9E66084DB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91EA9C0A-21B3-4774-9417-A10D4D29776B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D4FBD953-789E-4126-BD68-EBCE7B6DBB1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7F8B33C7-558E-480E-86CB-ADF1526DA9B0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33295665"/>
      </p:ext>
    </p:extLst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63157"/>
            <a:ext cx="10502238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1368806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>
            <a:extLst>
              <a:ext uri="{FF2B5EF4-FFF2-40B4-BE49-F238E27FC236}">
                <a16:creationId xmlns:a16="http://schemas.microsoft.com/office/drawing/2014/main" id="{9E8E2760-89DF-41A8-9F3E-DA08F3E7FF8F}"/>
              </a:ext>
            </a:extLst>
          </p:cNvPr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6D54B345-978B-43A0-B85F-A5EBB94FDC46}"/>
                </a:ext>
              </a:extLst>
            </p:cNvPr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01219E00-1EF1-44B1-A8A3-C19C6D49BB0C}"/>
                </a:ext>
              </a:extLst>
            </p:cNvPr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99365F5E-DB0A-41AE-888B-02F962BEAFD5}"/>
                </a:ext>
              </a:extLst>
            </p:cNvPr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" name="任意多边形: 形状 60">
              <a:extLst>
                <a:ext uri="{FF2B5EF4-FFF2-40B4-BE49-F238E27FC236}">
                  <a16:creationId xmlns:a16="http://schemas.microsoft.com/office/drawing/2014/main" id="{1277C8FC-FB54-480E-BBF7-C415D26B5A61}"/>
                </a:ext>
              </a:extLst>
            </p:cNvPr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任意多边形: 形状 61">
              <a:extLst>
                <a:ext uri="{FF2B5EF4-FFF2-40B4-BE49-F238E27FC236}">
                  <a16:creationId xmlns:a16="http://schemas.microsoft.com/office/drawing/2014/main" id="{7B2B4D40-6621-4F27-A428-488F451E2A6A}"/>
                </a:ext>
              </a:extLst>
            </p:cNvPr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CE8256BF-0135-4267-850E-2A212D7F0653}"/>
                </a:ext>
              </a:extLst>
            </p:cNvPr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A6EBBAF8-3D64-4C0F-9814-F914F37A6401}"/>
                </a:ext>
              </a:extLst>
            </p:cNvPr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" name="任意多边形: 形状 64">
              <a:extLst>
                <a:ext uri="{FF2B5EF4-FFF2-40B4-BE49-F238E27FC236}">
                  <a16:creationId xmlns:a16="http://schemas.microsoft.com/office/drawing/2014/main" id="{A91B4D75-485E-4A9C-9748-F17ABB2139EA}"/>
                </a:ext>
              </a:extLst>
            </p:cNvPr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" name="任意多边形: 形状 65">
              <a:extLst>
                <a:ext uri="{FF2B5EF4-FFF2-40B4-BE49-F238E27FC236}">
                  <a16:creationId xmlns:a16="http://schemas.microsoft.com/office/drawing/2014/main" id="{CE168FCA-4F6C-40B3-A903-FEA076CD927D}"/>
                </a:ext>
              </a:extLst>
            </p:cNvPr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" name="任意多边形: 形状 66">
              <a:extLst>
                <a:ext uri="{FF2B5EF4-FFF2-40B4-BE49-F238E27FC236}">
                  <a16:creationId xmlns:a16="http://schemas.microsoft.com/office/drawing/2014/main" id="{ABBA286D-2A72-4DD2-9A54-11800AEB3A9E}"/>
                </a:ext>
              </a:extLst>
            </p:cNvPr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" name="任意多边形: 形状 67">
              <a:extLst>
                <a:ext uri="{FF2B5EF4-FFF2-40B4-BE49-F238E27FC236}">
                  <a16:creationId xmlns:a16="http://schemas.microsoft.com/office/drawing/2014/main" id="{833B8168-423D-43EA-9F37-9F19ACC2A352}"/>
                </a:ext>
              </a:extLst>
            </p:cNvPr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2F790407-48DA-4644-9294-E82E33C82B5C}"/>
                </a:ext>
              </a:extLst>
            </p:cNvPr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" name="任意多边形: 形状 69">
              <a:extLst>
                <a:ext uri="{FF2B5EF4-FFF2-40B4-BE49-F238E27FC236}">
                  <a16:creationId xmlns:a16="http://schemas.microsoft.com/office/drawing/2014/main" id="{886E09C2-A8CC-4701-93A4-47CCF5D39BE6}"/>
                </a:ext>
              </a:extLst>
            </p:cNvPr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" name="任意多边形: 形状 70">
              <a:extLst>
                <a:ext uri="{FF2B5EF4-FFF2-40B4-BE49-F238E27FC236}">
                  <a16:creationId xmlns:a16="http://schemas.microsoft.com/office/drawing/2014/main" id="{87824FB7-5592-4FF0-A2D0-B99069F21AC5}"/>
                </a:ext>
              </a:extLst>
            </p:cNvPr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9B13CB7A-CCEA-428B-A157-39D5145626A2}"/>
                </a:ext>
              </a:extLst>
            </p:cNvPr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" name="任意多边形: 形状 72">
              <a:extLst>
                <a:ext uri="{FF2B5EF4-FFF2-40B4-BE49-F238E27FC236}">
                  <a16:creationId xmlns:a16="http://schemas.microsoft.com/office/drawing/2014/main" id="{EE874CDA-87D2-4F3B-B936-8B72C254C400}"/>
                </a:ext>
              </a:extLst>
            </p:cNvPr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" name="任意多边形: 形状 73">
              <a:extLst>
                <a:ext uri="{FF2B5EF4-FFF2-40B4-BE49-F238E27FC236}">
                  <a16:creationId xmlns:a16="http://schemas.microsoft.com/office/drawing/2014/main" id="{EA47DF9F-6C2C-4064-A68D-14D00D3482CC}"/>
                </a:ext>
              </a:extLst>
            </p:cNvPr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8F78AC51-7760-44B2-A26C-C23E96F8245F}"/>
                </a:ext>
              </a:extLst>
            </p:cNvPr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BB0D193D-F985-483F-9C3E-9FE2113CAE3D}"/>
                </a:ext>
              </a:extLst>
            </p:cNvPr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任意多边形: 形状 76">
              <a:extLst>
                <a:ext uri="{FF2B5EF4-FFF2-40B4-BE49-F238E27FC236}">
                  <a16:creationId xmlns:a16="http://schemas.microsoft.com/office/drawing/2014/main" id="{56E7CE92-1F0C-420C-8E68-80F466B529C6}"/>
                </a:ext>
              </a:extLst>
            </p:cNvPr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>
              <a:extLst>
                <a:ext uri="{FF2B5EF4-FFF2-40B4-BE49-F238E27FC236}">
                  <a16:creationId xmlns:a16="http://schemas.microsoft.com/office/drawing/2014/main" id="{1DA1E7D1-017A-4A5E-B52B-274C3F5C6933}"/>
                </a:ext>
              </a:extLst>
            </p:cNvPr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" name="任意多边形: 形状 78">
              <a:extLst>
                <a:ext uri="{FF2B5EF4-FFF2-40B4-BE49-F238E27FC236}">
                  <a16:creationId xmlns:a16="http://schemas.microsoft.com/office/drawing/2014/main" id="{DCFE7722-6BED-4C12-B083-1C17442B10BA}"/>
                </a:ext>
              </a:extLst>
            </p:cNvPr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" name="任意多边形: 形状 79">
              <a:extLst>
                <a:ext uri="{FF2B5EF4-FFF2-40B4-BE49-F238E27FC236}">
                  <a16:creationId xmlns:a16="http://schemas.microsoft.com/office/drawing/2014/main" id="{8CD226FF-67FB-4F1F-B297-8EC1CDD215F5}"/>
                </a:ext>
              </a:extLst>
            </p:cNvPr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" name="任意多边形: 形状 80">
              <a:extLst>
                <a:ext uri="{FF2B5EF4-FFF2-40B4-BE49-F238E27FC236}">
                  <a16:creationId xmlns:a16="http://schemas.microsoft.com/office/drawing/2014/main" id="{8AE07675-F9DA-4386-A0F5-DCD43AFAFDFA}"/>
                </a:ext>
              </a:extLst>
            </p:cNvPr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任意多边形: 形状 81">
              <a:extLst>
                <a:ext uri="{FF2B5EF4-FFF2-40B4-BE49-F238E27FC236}">
                  <a16:creationId xmlns:a16="http://schemas.microsoft.com/office/drawing/2014/main" id="{8CAF7749-8D07-4F42-B684-754384FC5777}"/>
                </a:ext>
              </a:extLst>
            </p:cNvPr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" name="任意多边形: 形状 82">
              <a:extLst>
                <a:ext uri="{FF2B5EF4-FFF2-40B4-BE49-F238E27FC236}">
                  <a16:creationId xmlns:a16="http://schemas.microsoft.com/office/drawing/2014/main" id="{FAFF3BB6-81FE-4069-936D-F24A549EF22B}"/>
                </a:ext>
              </a:extLst>
            </p:cNvPr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" name="任意多边形: 形状 83">
              <a:extLst>
                <a:ext uri="{FF2B5EF4-FFF2-40B4-BE49-F238E27FC236}">
                  <a16:creationId xmlns:a16="http://schemas.microsoft.com/office/drawing/2014/main" id="{932DF9ED-0856-4524-A349-28FD90FB50A2}"/>
                </a:ext>
              </a:extLst>
            </p:cNvPr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6871C400-A150-4523-A6DE-3A2E830A9CD6}"/>
                </a:ext>
              </a:extLst>
            </p:cNvPr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22180093-B2E0-446E-86FE-6EF3FB9D083E}"/>
                </a:ext>
              </a:extLst>
            </p:cNvPr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7" name="任意多边形: 形状 86">
              <a:extLst>
                <a:ext uri="{FF2B5EF4-FFF2-40B4-BE49-F238E27FC236}">
                  <a16:creationId xmlns:a16="http://schemas.microsoft.com/office/drawing/2014/main" id="{BF62B14F-8C97-40CA-A340-BE319F2792D8}"/>
                </a:ext>
              </a:extLst>
            </p:cNvPr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D4A905B4-85A0-48C0-88EA-309462DEC535}"/>
                </a:ext>
              </a:extLst>
            </p:cNvPr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9" name="任意多边形: 形状 88">
              <a:extLst>
                <a:ext uri="{FF2B5EF4-FFF2-40B4-BE49-F238E27FC236}">
                  <a16:creationId xmlns:a16="http://schemas.microsoft.com/office/drawing/2014/main" id="{B622B75A-DA87-4DCE-816B-943D31C9EA25}"/>
                </a:ext>
              </a:extLst>
            </p:cNvPr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任意多边形: 形状 89">
              <a:extLst>
                <a:ext uri="{FF2B5EF4-FFF2-40B4-BE49-F238E27FC236}">
                  <a16:creationId xmlns:a16="http://schemas.microsoft.com/office/drawing/2014/main" id="{72D0922F-6991-4728-B1A8-664948A53AF8}"/>
                </a:ext>
              </a:extLst>
            </p:cNvPr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97792876-1ED7-4579-A397-4BC00B88B7B0}"/>
                </a:ext>
              </a:extLst>
            </p:cNvPr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任意多边形: 形状 91">
              <a:extLst>
                <a:ext uri="{FF2B5EF4-FFF2-40B4-BE49-F238E27FC236}">
                  <a16:creationId xmlns:a16="http://schemas.microsoft.com/office/drawing/2014/main" id="{B36747A5-CAE1-4F59-A41E-244189043DCB}"/>
                </a:ext>
              </a:extLst>
            </p:cNvPr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任意多边形: 形状 92">
              <a:extLst>
                <a:ext uri="{FF2B5EF4-FFF2-40B4-BE49-F238E27FC236}">
                  <a16:creationId xmlns:a16="http://schemas.microsoft.com/office/drawing/2014/main" id="{EC4D0F88-0030-4965-825B-D25D86035B47}"/>
                </a:ext>
              </a:extLst>
            </p:cNvPr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" name="任意多边形: 形状 93">
              <a:extLst>
                <a:ext uri="{FF2B5EF4-FFF2-40B4-BE49-F238E27FC236}">
                  <a16:creationId xmlns:a16="http://schemas.microsoft.com/office/drawing/2014/main" id="{202B164A-A4A4-40AF-AB4B-86FCAD62F322}"/>
                </a:ext>
              </a:extLst>
            </p:cNvPr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" name="任意多边形: 形状 94">
              <a:extLst>
                <a:ext uri="{FF2B5EF4-FFF2-40B4-BE49-F238E27FC236}">
                  <a16:creationId xmlns:a16="http://schemas.microsoft.com/office/drawing/2014/main" id="{69DDF68D-F0F6-4DFB-ABC5-AB11F72CF3D3}"/>
                </a:ext>
              </a:extLst>
            </p:cNvPr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>
              <a:extLst>
                <a:ext uri="{FF2B5EF4-FFF2-40B4-BE49-F238E27FC236}">
                  <a16:creationId xmlns:a16="http://schemas.microsoft.com/office/drawing/2014/main" id="{B7D5E5BB-A7D1-43EF-8493-A32DE1A987F6}"/>
                </a:ext>
              </a:extLst>
            </p:cNvPr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97" name="Graphic 3_1_1">
              <a:extLst>
                <a:ext uri="{FF2B5EF4-FFF2-40B4-BE49-F238E27FC236}">
                  <a16:creationId xmlns:a16="http://schemas.microsoft.com/office/drawing/2014/main" id="{A2EA378D-0825-408E-ABBE-C1FD1AFA4A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E1EBD962-DC72-410E-AE40-62D13D73D1C3}"/>
              </a:ext>
            </a:extLst>
          </p:cNvPr>
          <p:cNvGrpSpPr/>
          <p:nvPr userDrawn="1"/>
        </p:nvGrpSpPr>
        <p:grpSpPr>
          <a:xfrm>
            <a:off x="10256400" y="252000"/>
            <a:ext cx="1559661" cy="633600"/>
            <a:chOff x="10256400" y="252000"/>
            <a:chExt cx="1559661" cy="633600"/>
          </a:xfrm>
        </p:grpSpPr>
        <p:sp>
          <p:nvSpPr>
            <p:cNvPr id="578" name="任意多边形: 形状 577">
              <a:extLst>
                <a:ext uri="{FF2B5EF4-FFF2-40B4-BE49-F238E27FC236}">
                  <a16:creationId xmlns:a16="http://schemas.microsoft.com/office/drawing/2014/main" id="{20A54E96-6ADA-47F3-80AD-3B154267EF11}"/>
                </a:ext>
              </a:extLst>
            </p:cNvPr>
            <p:cNvSpPr/>
            <p:nvPr/>
          </p:nvSpPr>
          <p:spPr>
            <a:xfrm>
              <a:off x="11434994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9" name="任意多边形: 形状 578">
              <a:extLst>
                <a:ext uri="{FF2B5EF4-FFF2-40B4-BE49-F238E27FC236}">
                  <a16:creationId xmlns:a16="http://schemas.microsoft.com/office/drawing/2014/main" id="{63FC6322-BE06-42D5-AF5B-438B31FF1421}"/>
                </a:ext>
              </a:extLst>
            </p:cNvPr>
            <p:cNvSpPr/>
            <p:nvPr/>
          </p:nvSpPr>
          <p:spPr>
            <a:xfrm>
              <a:off x="11434994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0" name="任意多边形: 形状 579">
              <a:extLst>
                <a:ext uri="{FF2B5EF4-FFF2-40B4-BE49-F238E27FC236}">
                  <a16:creationId xmlns:a16="http://schemas.microsoft.com/office/drawing/2014/main" id="{6CEAFE5C-D97A-4C7E-A19B-F2D200140812}"/>
                </a:ext>
              </a:extLst>
            </p:cNvPr>
            <p:cNvSpPr/>
            <p:nvPr/>
          </p:nvSpPr>
          <p:spPr>
            <a:xfrm>
              <a:off x="11434994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1" name="任意多边形: 形状 580">
              <a:extLst>
                <a:ext uri="{FF2B5EF4-FFF2-40B4-BE49-F238E27FC236}">
                  <a16:creationId xmlns:a16="http://schemas.microsoft.com/office/drawing/2014/main" id="{46EB157F-26F5-4EA9-9E4A-328E3FBFCA47}"/>
                </a:ext>
              </a:extLst>
            </p:cNvPr>
            <p:cNvSpPr/>
            <p:nvPr/>
          </p:nvSpPr>
          <p:spPr>
            <a:xfrm>
              <a:off x="11434994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2" name="任意多边形: 形状 581">
              <a:extLst>
                <a:ext uri="{FF2B5EF4-FFF2-40B4-BE49-F238E27FC236}">
                  <a16:creationId xmlns:a16="http://schemas.microsoft.com/office/drawing/2014/main" id="{5484C4FB-D1E5-425A-9F43-3F0D9313AE5E}"/>
                </a:ext>
              </a:extLst>
            </p:cNvPr>
            <p:cNvSpPr/>
            <p:nvPr/>
          </p:nvSpPr>
          <p:spPr>
            <a:xfrm>
              <a:off x="11434994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3" name="任意多边形: 形状 582">
              <a:extLst>
                <a:ext uri="{FF2B5EF4-FFF2-40B4-BE49-F238E27FC236}">
                  <a16:creationId xmlns:a16="http://schemas.microsoft.com/office/drawing/2014/main" id="{B678E06C-01E3-4D21-B608-FBC1483615EA}"/>
                </a:ext>
              </a:extLst>
            </p:cNvPr>
            <p:cNvSpPr/>
            <p:nvPr/>
          </p:nvSpPr>
          <p:spPr>
            <a:xfrm>
              <a:off x="11434994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4" name="任意多边形: 形状 583">
              <a:extLst>
                <a:ext uri="{FF2B5EF4-FFF2-40B4-BE49-F238E27FC236}">
                  <a16:creationId xmlns:a16="http://schemas.microsoft.com/office/drawing/2014/main" id="{F858B0A6-7022-4B32-AA1C-D037F6600256}"/>
                </a:ext>
              </a:extLst>
            </p:cNvPr>
            <p:cNvSpPr/>
            <p:nvPr/>
          </p:nvSpPr>
          <p:spPr>
            <a:xfrm>
              <a:off x="11434994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5" name="任意多边形: 形状 584">
              <a:extLst>
                <a:ext uri="{FF2B5EF4-FFF2-40B4-BE49-F238E27FC236}">
                  <a16:creationId xmlns:a16="http://schemas.microsoft.com/office/drawing/2014/main" id="{6A30A9B3-6BE6-42A5-88C7-FE4AA2B6C26B}"/>
                </a:ext>
              </a:extLst>
            </p:cNvPr>
            <p:cNvSpPr/>
            <p:nvPr/>
          </p:nvSpPr>
          <p:spPr>
            <a:xfrm>
              <a:off x="11434994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6" name="任意多边形: 形状 585">
              <a:extLst>
                <a:ext uri="{FF2B5EF4-FFF2-40B4-BE49-F238E27FC236}">
                  <a16:creationId xmlns:a16="http://schemas.microsoft.com/office/drawing/2014/main" id="{8BAA9D67-9915-44EA-A855-AC6282D34EF8}"/>
                </a:ext>
              </a:extLst>
            </p:cNvPr>
            <p:cNvSpPr/>
            <p:nvPr/>
          </p:nvSpPr>
          <p:spPr>
            <a:xfrm>
              <a:off x="115170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7" name="任意多边形: 形状 586">
              <a:extLst>
                <a:ext uri="{FF2B5EF4-FFF2-40B4-BE49-F238E27FC236}">
                  <a16:creationId xmlns:a16="http://schemas.microsoft.com/office/drawing/2014/main" id="{AB8B50D0-464D-4E50-BFF7-B346CE2F233A}"/>
                </a:ext>
              </a:extLst>
            </p:cNvPr>
            <p:cNvSpPr/>
            <p:nvPr/>
          </p:nvSpPr>
          <p:spPr>
            <a:xfrm>
              <a:off x="115170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8" name="任意多边形: 形状 587">
              <a:extLst>
                <a:ext uri="{FF2B5EF4-FFF2-40B4-BE49-F238E27FC236}">
                  <a16:creationId xmlns:a16="http://schemas.microsoft.com/office/drawing/2014/main" id="{C4EEF48A-286A-407E-A047-6278A9FAB61B}"/>
                </a:ext>
              </a:extLst>
            </p:cNvPr>
            <p:cNvSpPr/>
            <p:nvPr/>
          </p:nvSpPr>
          <p:spPr>
            <a:xfrm>
              <a:off x="115170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9" name="任意多边形: 形状 588">
              <a:extLst>
                <a:ext uri="{FF2B5EF4-FFF2-40B4-BE49-F238E27FC236}">
                  <a16:creationId xmlns:a16="http://schemas.microsoft.com/office/drawing/2014/main" id="{B28A991E-7BA8-4B89-984A-8A29B180D771}"/>
                </a:ext>
              </a:extLst>
            </p:cNvPr>
            <p:cNvSpPr/>
            <p:nvPr/>
          </p:nvSpPr>
          <p:spPr>
            <a:xfrm>
              <a:off x="115170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0" name="任意多边形: 形状 589">
              <a:extLst>
                <a:ext uri="{FF2B5EF4-FFF2-40B4-BE49-F238E27FC236}">
                  <a16:creationId xmlns:a16="http://schemas.microsoft.com/office/drawing/2014/main" id="{96B00B50-D575-48C4-8E73-71117C268591}"/>
                </a:ext>
              </a:extLst>
            </p:cNvPr>
            <p:cNvSpPr/>
            <p:nvPr/>
          </p:nvSpPr>
          <p:spPr>
            <a:xfrm>
              <a:off x="115170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1" name="任意多边形: 形状 590">
              <a:extLst>
                <a:ext uri="{FF2B5EF4-FFF2-40B4-BE49-F238E27FC236}">
                  <a16:creationId xmlns:a16="http://schemas.microsoft.com/office/drawing/2014/main" id="{CC5A6169-38FB-4890-8D3D-F8FDA9C11B86}"/>
                </a:ext>
              </a:extLst>
            </p:cNvPr>
            <p:cNvSpPr/>
            <p:nvPr/>
          </p:nvSpPr>
          <p:spPr>
            <a:xfrm>
              <a:off x="115170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2" name="任意多边形: 形状 591">
              <a:extLst>
                <a:ext uri="{FF2B5EF4-FFF2-40B4-BE49-F238E27FC236}">
                  <a16:creationId xmlns:a16="http://schemas.microsoft.com/office/drawing/2014/main" id="{35FABFFB-223B-4855-9703-286772259EF6}"/>
                </a:ext>
              </a:extLst>
            </p:cNvPr>
            <p:cNvSpPr/>
            <p:nvPr/>
          </p:nvSpPr>
          <p:spPr>
            <a:xfrm>
              <a:off x="115170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3" name="任意多边形: 形状 592">
              <a:extLst>
                <a:ext uri="{FF2B5EF4-FFF2-40B4-BE49-F238E27FC236}">
                  <a16:creationId xmlns:a16="http://schemas.microsoft.com/office/drawing/2014/main" id="{149EF059-27A6-47DF-90E2-C20825324B52}"/>
                </a:ext>
              </a:extLst>
            </p:cNvPr>
            <p:cNvSpPr/>
            <p:nvPr/>
          </p:nvSpPr>
          <p:spPr>
            <a:xfrm>
              <a:off x="115170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4" name="任意多边形: 形状 593">
              <a:extLst>
                <a:ext uri="{FF2B5EF4-FFF2-40B4-BE49-F238E27FC236}">
                  <a16:creationId xmlns:a16="http://schemas.microsoft.com/office/drawing/2014/main" id="{724BBCAA-61C5-40CD-8F8B-330FE3001978}"/>
                </a:ext>
              </a:extLst>
            </p:cNvPr>
            <p:cNvSpPr/>
            <p:nvPr/>
          </p:nvSpPr>
          <p:spPr>
            <a:xfrm>
              <a:off x="115170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5" name="任意多边形: 形状 594">
              <a:extLst>
                <a:ext uri="{FF2B5EF4-FFF2-40B4-BE49-F238E27FC236}">
                  <a16:creationId xmlns:a16="http://schemas.microsoft.com/office/drawing/2014/main" id="{ABCD31AB-C14B-4565-A907-F481BDF33158}"/>
                </a:ext>
              </a:extLst>
            </p:cNvPr>
            <p:cNvSpPr/>
            <p:nvPr/>
          </p:nvSpPr>
          <p:spPr>
            <a:xfrm>
              <a:off x="115170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6" name="任意多边形: 形状 595">
              <a:extLst>
                <a:ext uri="{FF2B5EF4-FFF2-40B4-BE49-F238E27FC236}">
                  <a16:creationId xmlns:a16="http://schemas.microsoft.com/office/drawing/2014/main" id="{0DA415D3-466E-4FC7-BE6B-03A9D4DE55E9}"/>
                </a:ext>
              </a:extLst>
            </p:cNvPr>
            <p:cNvSpPr/>
            <p:nvPr/>
          </p:nvSpPr>
          <p:spPr>
            <a:xfrm>
              <a:off x="115170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7" name="任意多边形: 形状 596">
              <a:extLst>
                <a:ext uri="{FF2B5EF4-FFF2-40B4-BE49-F238E27FC236}">
                  <a16:creationId xmlns:a16="http://schemas.microsoft.com/office/drawing/2014/main" id="{73102BF6-0FCA-4D59-97FF-C73448CF0C82}"/>
                </a:ext>
              </a:extLst>
            </p:cNvPr>
            <p:cNvSpPr/>
            <p:nvPr/>
          </p:nvSpPr>
          <p:spPr>
            <a:xfrm>
              <a:off x="11598000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8" name="任意多边形: 形状 597">
              <a:extLst>
                <a:ext uri="{FF2B5EF4-FFF2-40B4-BE49-F238E27FC236}">
                  <a16:creationId xmlns:a16="http://schemas.microsoft.com/office/drawing/2014/main" id="{D750D5A3-E1D0-4F28-939B-26A049B9CF23}"/>
                </a:ext>
              </a:extLst>
            </p:cNvPr>
            <p:cNvSpPr/>
            <p:nvPr/>
          </p:nvSpPr>
          <p:spPr>
            <a:xfrm>
              <a:off x="11598000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9" name="任意多边形: 形状 598">
              <a:extLst>
                <a:ext uri="{FF2B5EF4-FFF2-40B4-BE49-F238E27FC236}">
                  <a16:creationId xmlns:a16="http://schemas.microsoft.com/office/drawing/2014/main" id="{00E01506-ABE0-402F-B125-D95432CC7385}"/>
                </a:ext>
              </a:extLst>
            </p:cNvPr>
            <p:cNvSpPr/>
            <p:nvPr/>
          </p:nvSpPr>
          <p:spPr>
            <a:xfrm>
              <a:off x="11598000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0" name="任意多边形: 形状 599">
              <a:extLst>
                <a:ext uri="{FF2B5EF4-FFF2-40B4-BE49-F238E27FC236}">
                  <a16:creationId xmlns:a16="http://schemas.microsoft.com/office/drawing/2014/main" id="{B96BEBE9-7E92-4CFC-BFA6-60AD5D8A0932}"/>
                </a:ext>
              </a:extLst>
            </p:cNvPr>
            <p:cNvSpPr/>
            <p:nvPr/>
          </p:nvSpPr>
          <p:spPr>
            <a:xfrm>
              <a:off x="11598000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1" name="任意多边形: 形状 600">
              <a:extLst>
                <a:ext uri="{FF2B5EF4-FFF2-40B4-BE49-F238E27FC236}">
                  <a16:creationId xmlns:a16="http://schemas.microsoft.com/office/drawing/2014/main" id="{F911A706-E069-40BB-AA2D-F461F200BE24}"/>
                </a:ext>
              </a:extLst>
            </p:cNvPr>
            <p:cNvSpPr/>
            <p:nvPr/>
          </p:nvSpPr>
          <p:spPr>
            <a:xfrm>
              <a:off x="11598000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2" name="任意多边形: 形状 601">
              <a:extLst>
                <a:ext uri="{FF2B5EF4-FFF2-40B4-BE49-F238E27FC236}">
                  <a16:creationId xmlns:a16="http://schemas.microsoft.com/office/drawing/2014/main" id="{428562FA-F4F1-4F98-8946-CDD5ECCC01C9}"/>
                </a:ext>
              </a:extLst>
            </p:cNvPr>
            <p:cNvSpPr/>
            <p:nvPr/>
          </p:nvSpPr>
          <p:spPr>
            <a:xfrm>
              <a:off x="11598000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3" name="任意多边形: 形状 602">
              <a:extLst>
                <a:ext uri="{FF2B5EF4-FFF2-40B4-BE49-F238E27FC236}">
                  <a16:creationId xmlns:a16="http://schemas.microsoft.com/office/drawing/2014/main" id="{54A6AC0D-52E2-4E7B-A9B9-EF4212C91247}"/>
                </a:ext>
              </a:extLst>
            </p:cNvPr>
            <p:cNvSpPr/>
            <p:nvPr/>
          </p:nvSpPr>
          <p:spPr>
            <a:xfrm>
              <a:off x="11598000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4" name="任意多边形: 形状 603">
              <a:extLst>
                <a:ext uri="{FF2B5EF4-FFF2-40B4-BE49-F238E27FC236}">
                  <a16:creationId xmlns:a16="http://schemas.microsoft.com/office/drawing/2014/main" id="{3792E75D-BDDF-4B50-A57D-80AE7F9DD3FF}"/>
                </a:ext>
              </a:extLst>
            </p:cNvPr>
            <p:cNvSpPr/>
            <p:nvPr/>
          </p:nvSpPr>
          <p:spPr>
            <a:xfrm>
              <a:off x="11598000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5" name="任意多边形: 形状 604">
              <a:extLst>
                <a:ext uri="{FF2B5EF4-FFF2-40B4-BE49-F238E27FC236}">
                  <a16:creationId xmlns:a16="http://schemas.microsoft.com/office/drawing/2014/main" id="{B75D0AA1-4390-4F65-9102-E3A68C73B770}"/>
                </a:ext>
              </a:extLst>
            </p:cNvPr>
            <p:cNvSpPr/>
            <p:nvPr/>
          </p:nvSpPr>
          <p:spPr>
            <a:xfrm>
              <a:off x="11598000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6" name="任意多边形: 形状 605">
              <a:extLst>
                <a:ext uri="{FF2B5EF4-FFF2-40B4-BE49-F238E27FC236}">
                  <a16:creationId xmlns:a16="http://schemas.microsoft.com/office/drawing/2014/main" id="{AEA82094-CC3B-4F04-9E79-DF98A775BC5A}"/>
                </a:ext>
              </a:extLst>
            </p:cNvPr>
            <p:cNvSpPr/>
            <p:nvPr/>
          </p:nvSpPr>
          <p:spPr>
            <a:xfrm>
              <a:off x="11598000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7" name="任意多边形: 形状 606">
              <a:extLst>
                <a:ext uri="{FF2B5EF4-FFF2-40B4-BE49-F238E27FC236}">
                  <a16:creationId xmlns:a16="http://schemas.microsoft.com/office/drawing/2014/main" id="{FF00707F-68BC-40EF-87CB-5A06B565FCEA}"/>
                </a:ext>
              </a:extLst>
            </p:cNvPr>
            <p:cNvSpPr/>
            <p:nvPr/>
          </p:nvSpPr>
          <p:spPr>
            <a:xfrm>
              <a:off x="11598000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8" name="任意多边形: 形状 607">
              <a:extLst>
                <a:ext uri="{FF2B5EF4-FFF2-40B4-BE49-F238E27FC236}">
                  <a16:creationId xmlns:a16="http://schemas.microsoft.com/office/drawing/2014/main" id="{D03A14ED-B140-476F-A6F4-DF120A6E9520}"/>
                </a:ext>
              </a:extLst>
            </p:cNvPr>
            <p:cNvSpPr/>
            <p:nvPr/>
          </p:nvSpPr>
          <p:spPr>
            <a:xfrm>
              <a:off x="11678931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9" name="任意多边形: 形状 608">
              <a:extLst>
                <a:ext uri="{FF2B5EF4-FFF2-40B4-BE49-F238E27FC236}">
                  <a16:creationId xmlns:a16="http://schemas.microsoft.com/office/drawing/2014/main" id="{5E8847FB-F597-4332-8EEB-BFBD1E5A69FD}"/>
                </a:ext>
              </a:extLst>
            </p:cNvPr>
            <p:cNvSpPr/>
            <p:nvPr/>
          </p:nvSpPr>
          <p:spPr>
            <a:xfrm>
              <a:off x="11678931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0" name="任意多边形: 形状 609">
              <a:extLst>
                <a:ext uri="{FF2B5EF4-FFF2-40B4-BE49-F238E27FC236}">
                  <a16:creationId xmlns:a16="http://schemas.microsoft.com/office/drawing/2014/main" id="{23037627-C08B-43FC-9062-5B11879E0DE6}"/>
                </a:ext>
              </a:extLst>
            </p:cNvPr>
            <p:cNvSpPr/>
            <p:nvPr/>
          </p:nvSpPr>
          <p:spPr>
            <a:xfrm>
              <a:off x="11678931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1" name="任意多边形: 形状 610">
              <a:extLst>
                <a:ext uri="{FF2B5EF4-FFF2-40B4-BE49-F238E27FC236}">
                  <a16:creationId xmlns:a16="http://schemas.microsoft.com/office/drawing/2014/main" id="{5CA2E816-759F-4EB7-9AA9-BFD3C7D627BA}"/>
                </a:ext>
              </a:extLst>
            </p:cNvPr>
            <p:cNvSpPr/>
            <p:nvPr/>
          </p:nvSpPr>
          <p:spPr>
            <a:xfrm>
              <a:off x="11678931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2" name="任意多边形: 形状 611">
              <a:extLst>
                <a:ext uri="{FF2B5EF4-FFF2-40B4-BE49-F238E27FC236}">
                  <a16:creationId xmlns:a16="http://schemas.microsoft.com/office/drawing/2014/main" id="{0668B697-E9B8-4F56-AC75-3B3DDD1D0AFB}"/>
                </a:ext>
              </a:extLst>
            </p:cNvPr>
            <p:cNvSpPr/>
            <p:nvPr/>
          </p:nvSpPr>
          <p:spPr>
            <a:xfrm>
              <a:off x="11678931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3" name="任意多边形: 形状 612">
              <a:extLst>
                <a:ext uri="{FF2B5EF4-FFF2-40B4-BE49-F238E27FC236}">
                  <a16:creationId xmlns:a16="http://schemas.microsoft.com/office/drawing/2014/main" id="{7E466805-7652-4E91-AE21-1E32D2BAA6B4}"/>
                </a:ext>
              </a:extLst>
            </p:cNvPr>
            <p:cNvSpPr/>
            <p:nvPr/>
          </p:nvSpPr>
          <p:spPr>
            <a:xfrm>
              <a:off x="11678931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4" name="任意多边形: 形状 613">
              <a:extLst>
                <a:ext uri="{FF2B5EF4-FFF2-40B4-BE49-F238E27FC236}">
                  <a16:creationId xmlns:a16="http://schemas.microsoft.com/office/drawing/2014/main" id="{0CAFF79A-9958-4895-9C80-050DE83E3CA6}"/>
                </a:ext>
              </a:extLst>
            </p:cNvPr>
            <p:cNvSpPr/>
            <p:nvPr/>
          </p:nvSpPr>
          <p:spPr>
            <a:xfrm>
              <a:off x="11678931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5" name="任意多边形: 形状 614">
              <a:extLst>
                <a:ext uri="{FF2B5EF4-FFF2-40B4-BE49-F238E27FC236}">
                  <a16:creationId xmlns:a16="http://schemas.microsoft.com/office/drawing/2014/main" id="{311965A4-2E30-49D2-847E-40940C06C7A4}"/>
                </a:ext>
              </a:extLst>
            </p:cNvPr>
            <p:cNvSpPr/>
            <p:nvPr/>
          </p:nvSpPr>
          <p:spPr>
            <a:xfrm>
              <a:off x="11678931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6" name="任意多边形: 形状 615">
              <a:extLst>
                <a:ext uri="{FF2B5EF4-FFF2-40B4-BE49-F238E27FC236}">
                  <a16:creationId xmlns:a16="http://schemas.microsoft.com/office/drawing/2014/main" id="{43AD3463-37A0-45CB-B9F5-78B6C2C116AE}"/>
                </a:ext>
              </a:extLst>
            </p:cNvPr>
            <p:cNvSpPr/>
            <p:nvPr/>
          </p:nvSpPr>
          <p:spPr>
            <a:xfrm>
              <a:off x="11678931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7" name="任意多边形: 形状 616">
              <a:extLst>
                <a:ext uri="{FF2B5EF4-FFF2-40B4-BE49-F238E27FC236}">
                  <a16:creationId xmlns:a16="http://schemas.microsoft.com/office/drawing/2014/main" id="{9E9A1BBD-5D22-402E-8A4A-3ED23151E5B1}"/>
                </a:ext>
              </a:extLst>
            </p:cNvPr>
            <p:cNvSpPr/>
            <p:nvPr/>
          </p:nvSpPr>
          <p:spPr>
            <a:xfrm>
              <a:off x="11678931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8" name="任意多边形: 形状 617">
              <a:extLst>
                <a:ext uri="{FF2B5EF4-FFF2-40B4-BE49-F238E27FC236}">
                  <a16:creationId xmlns:a16="http://schemas.microsoft.com/office/drawing/2014/main" id="{446ACA59-1EE4-4EA1-AD7A-4DA4B91BB3A7}"/>
                </a:ext>
              </a:extLst>
            </p:cNvPr>
            <p:cNvSpPr/>
            <p:nvPr/>
          </p:nvSpPr>
          <p:spPr>
            <a:xfrm>
              <a:off x="11678931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9" name="任意多边形: 形状 618">
              <a:extLst>
                <a:ext uri="{FF2B5EF4-FFF2-40B4-BE49-F238E27FC236}">
                  <a16:creationId xmlns:a16="http://schemas.microsoft.com/office/drawing/2014/main" id="{8C8CB8E6-BC34-4D34-B2BD-68C52EB4A7DC}"/>
                </a:ext>
              </a:extLst>
            </p:cNvPr>
            <p:cNvSpPr/>
            <p:nvPr/>
          </p:nvSpPr>
          <p:spPr>
            <a:xfrm>
              <a:off x="11370922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0" name="任意多边形: 形状 619">
              <a:extLst>
                <a:ext uri="{FF2B5EF4-FFF2-40B4-BE49-F238E27FC236}">
                  <a16:creationId xmlns:a16="http://schemas.microsoft.com/office/drawing/2014/main" id="{30B6E890-0282-4008-8D51-DEF3A5193000}"/>
                </a:ext>
              </a:extLst>
            </p:cNvPr>
            <p:cNvSpPr/>
            <p:nvPr/>
          </p:nvSpPr>
          <p:spPr>
            <a:xfrm>
              <a:off x="11370922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1" name="任意多边形: 形状 620">
              <a:extLst>
                <a:ext uri="{FF2B5EF4-FFF2-40B4-BE49-F238E27FC236}">
                  <a16:creationId xmlns:a16="http://schemas.microsoft.com/office/drawing/2014/main" id="{8378BA28-DAF9-4F9A-A820-CFB398B15699}"/>
                </a:ext>
              </a:extLst>
            </p:cNvPr>
            <p:cNvSpPr/>
            <p:nvPr/>
          </p:nvSpPr>
          <p:spPr>
            <a:xfrm>
              <a:off x="11370922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2" name="任意多边形: 形状 621">
              <a:extLst>
                <a:ext uri="{FF2B5EF4-FFF2-40B4-BE49-F238E27FC236}">
                  <a16:creationId xmlns:a16="http://schemas.microsoft.com/office/drawing/2014/main" id="{56434E1D-CCDA-4A67-BB83-C73CA280B1BA}"/>
                </a:ext>
              </a:extLst>
            </p:cNvPr>
            <p:cNvSpPr/>
            <p:nvPr/>
          </p:nvSpPr>
          <p:spPr>
            <a:xfrm>
              <a:off x="11370922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3" name="任意多边形: 形状 622">
              <a:extLst>
                <a:ext uri="{FF2B5EF4-FFF2-40B4-BE49-F238E27FC236}">
                  <a16:creationId xmlns:a16="http://schemas.microsoft.com/office/drawing/2014/main" id="{04FD16F6-C1AB-4DE1-A20C-63BA87659AB0}"/>
                </a:ext>
              </a:extLst>
            </p:cNvPr>
            <p:cNvSpPr/>
            <p:nvPr/>
          </p:nvSpPr>
          <p:spPr>
            <a:xfrm>
              <a:off x="11370922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4" name="任意多边形: 形状 623">
              <a:extLst>
                <a:ext uri="{FF2B5EF4-FFF2-40B4-BE49-F238E27FC236}">
                  <a16:creationId xmlns:a16="http://schemas.microsoft.com/office/drawing/2014/main" id="{F365D63C-E222-4EF3-B604-AED65F3E449E}"/>
                </a:ext>
              </a:extLst>
            </p:cNvPr>
            <p:cNvSpPr/>
            <p:nvPr/>
          </p:nvSpPr>
          <p:spPr>
            <a:xfrm>
              <a:off x="11370922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5" name="任意多边形: 形状 624">
              <a:extLst>
                <a:ext uri="{FF2B5EF4-FFF2-40B4-BE49-F238E27FC236}">
                  <a16:creationId xmlns:a16="http://schemas.microsoft.com/office/drawing/2014/main" id="{CEE56A7C-A424-4A27-AA39-2D33FF6A3065}"/>
                </a:ext>
              </a:extLst>
            </p:cNvPr>
            <p:cNvSpPr/>
            <p:nvPr/>
          </p:nvSpPr>
          <p:spPr>
            <a:xfrm>
              <a:off x="11370922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6" name="任意多边形: 形状 625">
              <a:extLst>
                <a:ext uri="{FF2B5EF4-FFF2-40B4-BE49-F238E27FC236}">
                  <a16:creationId xmlns:a16="http://schemas.microsoft.com/office/drawing/2014/main" id="{83C22E01-D566-4D08-9C10-F738E48401F0}"/>
                </a:ext>
              </a:extLst>
            </p:cNvPr>
            <p:cNvSpPr/>
            <p:nvPr/>
          </p:nvSpPr>
          <p:spPr>
            <a:xfrm>
              <a:off x="11370922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7" name="任意多边形: 形状 626">
              <a:extLst>
                <a:ext uri="{FF2B5EF4-FFF2-40B4-BE49-F238E27FC236}">
                  <a16:creationId xmlns:a16="http://schemas.microsoft.com/office/drawing/2014/main" id="{00ADF4D2-A55D-439D-918F-875F1AAD7AA3}"/>
                </a:ext>
              </a:extLst>
            </p:cNvPr>
            <p:cNvSpPr/>
            <p:nvPr/>
          </p:nvSpPr>
          <p:spPr>
            <a:xfrm>
              <a:off x="11765498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8" name="任意多边形: 形状 627">
              <a:extLst>
                <a:ext uri="{FF2B5EF4-FFF2-40B4-BE49-F238E27FC236}">
                  <a16:creationId xmlns:a16="http://schemas.microsoft.com/office/drawing/2014/main" id="{A378809A-CEDA-4993-8075-CBD36B878C4A}"/>
                </a:ext>
              </a:extLst>
            </p:cNvPr>
            <p:cNvSpPr/>
            <p:nvPr/>
          </p:nvSpPr>
          <p:spPr>
            <a:xfrm>
              <a:off x="11765498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9" name="任意多边形: 形状 628">
              <a:extLst>
                <a:ext uri="{FF2B5EF4-FFF2-40B4-BE49-F238E27FC236}">
                  <a16:creationId xmlns:a16="http://schemas.microsoft.com/office/drawing/2014/main" id="{0213BD26-749D-497A-A1D8-A8F9922CD37B}"/>
                </a:ext>
              </a:extLst>
            </p:cNvPr>
            <p:cNvSpPr/>
            <p:nvPr/>
          </p:nvSpPr>
          <p:spPr>
            <a:xfrm>
              <a:off x="11765498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0" name="任意多边形: 形状 629">
              <a:extLst>
                <a:ext uri="{FF2B5EF4-FFF2-40B4-BE49-F238E27FC236}">
                  <a16:creationId xmlns:a16="http://schemas.microsoft.com/office/drawing/2014/main" id="{62E2147F-090C-4EFB-9B27-4B5858D3C933}"/>
                </a:ext>
              </a:extLst>
            </p:cNvPr>
            <p:cNvSpPr/>
            <p:nvPr/>
          </p:nvSpPr>
          <p:spPr>
            <a:xfrm>
              <a:off x="11765498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1" name="任意多边形: 形状 630">
              <a:extLst>
                <a:ext uri="{FF2B5EF4-FFF2-40B4-BE49-F238E27FC236}">
                  <a16:creationId xmlns:a16="http://schemas.microsoft.com/office/drawing/2014/main" id="{CCFE94E3-90E8-4006-87B5-73E41CD69C84}"/>
                </a:ext>
              </a:extLst>
            </p:cNvPr>
            <p:cNvSpPr/>
            <p:nvPr/>
          </p:nvSpPr>
          <p:spPr>
            <a:xfrm>
              <a:off x="11765498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2" name="任意多边形: 形状 631">
              <a:extLst>
                <a:ext uri="{FF2B5EF4-FFF2-40B4-BE49-F238E27FC236}">
                  <a16:creationId xmlns:a16="http://schemas.microsoft.com/office/drawing/2014/main" id="{093FE9DE-1E30-457D-B724-4E527F90B8BC}"/>
                </a:ext>
              </a:extLst>
            </p:cNvPr>
            <p:cNvSpPr/>
            <p:nvPr/>
          </p:nvSpPr>
          <p:spPr>
            <a:xfrm>
              <a:off x="11765498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3" name="任意多边形: 形状 632">
              <a:extLst>
                <a:ext uri="{FF2B5EF4-FFF2-40B4-BE49-F238E27FC236}">
                  <a16:creationId xmlns:a16="http://schemas.microsoft.com/office/drawing/2014/main" id="{BDDBC094-56C0-43C5-8FD4-943F194D0E79}"/>
                </a:ext>
              </a:extLst>
            </p:cNvPr>
            <p:cNvSpPr/>
            <p:nvPr/>
          </p:nvSpPr>
          <p:spPr>
            <a:xfrm>
              <a:off x="11765498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4" name="任意多边形: 形状 633">
              <a:extLst>
                <a:ext uri="{FF2B5EF4-FFF2-40B4-BE49-F238E27FC236}">
                  <a16:creationId xmlns:a16="http://schemas.microsoft.com/office/drawing/2014/main" id="{799DD971-AEA2-4C0E-A3B0-F37F5A65CC0D}"/>
                </a:ext>
              </a:extLst>
            </p:cNvPr>
            <p:cNvSpPr/>
            <p:nvPr/>
          </p:nvSpPr>
          <p:spPr>
            <a:xfrm>
              <a:off x="11765498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5" name="任意多边形: 形状 634">
              <a:extLst>
                <a:ext uri="{FF2B5EF4-FFF2-40B4-BE49-F238E27FC236}">
                  <a16:creationId xmlns:a16="http://schemas.microsoft.com/office/drawing/2014/main" id="{234AEE07-A0B6-4810-A7B4-783377FFDE2E}"/>
                </a:ext>
              </a:extLst>
            </p:cNvPr>
            <p:cNvSpPr/>
            <p:nvPr/>
          </p:nvSpPr>
          <p:spPr>
            <a:xfrm>
              <a:off x="11765498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6" name="任意多边形: 形状 635">
              <a:extLst>
                <a:ext uri="{FF2B5EF4-FFF2-40B4-BE49-F238E27FC236}">
                  <a16:creationId xmlns:a16="http://schemas.microsoft.com/office/drawing/2014/main" id="{2E9CD57E-2B8C-48E9-8C0E-7453FC49670B}"/>
                </a:ext>
              </a:extLst>
            </p:cNvPr>
            <p:cNvSpPr/>
            <p:nvPr/>
          </p:nvSpPr>
          <p:spPr>
            <a:xfrm>
              <a:off x="11765498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7" name="任意多边形: 形状 636">
              <a:extLst>
                <a:ext uri="{FF2B5EF4-FFF2-40B4-BE49-F238E27FC236}">
                  <a16:creationId xmlns:a16="http://schemas.microsoft.com/office/drawing/2014/main" id="{2D3F4485-D195-4C2E-81C5-8285B631B266}"/>
                </a:ext>
              </a:extLst>
            </p:cNvPr>
            <p:cNvSpPr/>
            <p:nvPr/>
          </p:nvSpPr>
          <p:spPr>
            <a:xfrm>
              <a:off x="11765498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8" name="任意多边形: 形状 637">
              <a:extLst>
                <a:ext uri="{FF2B5EF4-FFF2-40B4-BE49-F238E27FC236}">
                  <a16:creationId xmlns:a16="http://schemas.microsoft.com/office/drawing/2014/main" id="{CA489799-A018-4BD4-B247-D3E58528B727}"/>
                </a:ext>
              </a:extLst>
            </p:cNvPr>
            <p:cNvSpPr/>
            <p:nvPr/>
          </p:nvSpPr>
          <p:spPr>
            <a:xfrm>
              <a:off x="11370922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9" name="任意多边形: 形状 638">
              <a:extLst>
                <a:ext uri="{FF2B5EF4-FFF2-40B4-BE49-F238E27FC236}">
                  <a16:creationId xmlns:a16="http://schemas.microsoft.com/office/drawing/2014/main" id="{E54928BF-CDF6-4B96-8400-140A01AFA41D}"/>
                </a:ext>
              </a:extLst>
            </p:cNvPr>
            <p:cNvSpPr/>
            <p:nvPr/>
          </p:nvSpPr>
          <p:spPr>
            <a:xfrm>
              <a:off x="11434994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0" name="任意多边形: 形状 639">
              <a:extLst>
                <a:ext uri="{FF2B5EF4-FFF2-40B4-BE49-F238E27FC236}">
                  <a16:creationId xmlns:a16="http://schemas.microsoft.com/office/drawing/2014/main" id="{19A103F5-2C21-48D5-8792-D412601D23D2}"/>
                </a:ext>
              </a:extLst>
            </p:cNvPr>
            <p:cNvSpPr/>
            <p:nvPr/>
          </p:nvSpPr>
          <p:spPr>
            <a:xfrm>
              <a:off x="10604905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1" name="任意多边形: 形状 640">
              <a:extLst>
                <a:ext uri="{FF2B5EF4-FFF2-40B4-BE49-F238E27FC236}">
                  <a16:creationId xmlns:a16="http://schemas.microsoft.com/office/drawing/2014/main" id="{67027EDD-77C2-478C-88C7-E51E16021FCD}"/>
                </a:ext>
              </a:extLst>
            </p:cNvPr>
            <p:cNvSpPr/>
            <p:nvPr/>
          </p:nvSpPr>
          <p:spPr>
            <a:xfrm>
              <a:off x="10604905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2" name="任意多边形: 形状 641">
              <a:extLst>
                <a:ext uri="{FF2B5EF4-FFF2-40B4-BE49-F238E27FC236}">
                  <a16:creationId xmlns:a16="http://schemas.microsoft.com/office/drawing/2014/main" id="{10F9F05A-49D9-4771-9A6F-208467C07D13}"/>
                </a:ext>
              </a:extLst>
            </p:cNvPr>
            <p:cNvSpPr/>
            <p:nvPr/>
          </p:nvSpPr>
          <p:spPr>
            <a:xfrm>
              <a:off x="10604905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3" name="任意多边形: 形状 642">
              <a:extLst>
                <a:ext uri="{FF2B5EF4-FFF2-40B4-BE49-F238E27FC236}">
                  <a16:creationId xmlns:a16="http://schemas.microsoft.com/office/drawing/2014/main" id="{906B6989-EB3C-4730-9918-241A408316CB}"/>
                </a:ext>
              </a:extLst>
            </p:cNvPr>
            <p:cNvSpPr/>
            <p:nvPr/>
          </p:nvSpPr>
          <p:spPr>
            <a:xfrm>
              <a:off x="10604905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4" name="任意多边形: 形状 643">
              <a:extLst>
                <a:ext uri="{FF2B5EF4-FFF2-40B4-BE49-F238E27FC236}">
                  <a16:creationId xmlns:a16="http://schemas.microsoft.com/office/drawing/2014/main" id="{3AD270E1-6B1D-473F-9547-F95AF9156098}"/>
                </a:ext>
              </a:extLst>
            </p:cNvPr>
            <p:cNvSpPr/>
            <p:nvPr/>
          </p:nvSpPr>
          <p:spPr>
            <a:xfrm>
              <a:off x="10604905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5" name="任意多边形: 形状 644">
              <a:extLst>
                <a:ext uri="{FF2B5EF4-FFF2-40B4-BE49-F238E27FC236}">
                  <a16:creationId xmlns:a16="http://schemas.microsoft.com/office/drawing/2014/main" id="{12994E9B-1F90-4B6A-8A2D-CA7348991A0F}"/>
                </a:ext>
              </a:extLst>
            </p:cNvPr>
            <p:cNvSpPr/>
            <p:nvPr/>
          </p:nvSpPr>
          <p:spPr>
            <a:xfrm>
              <a:off x="10604905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6" name="任意多边形: 形状 645">
              <a:extLst>
                <a:ext uri="{FF2B5EF4-FFF2-40B4-BE49-F238E27FC236}">
                  <a16:creationId xmlns:a16="http://schemas.microsoft.com/office/drawing/2014/main" id="{BF642389-F13B-4BA2-B968-F88F54B088E0}"/>
                </a:ext>
              </a:extLst>
            </p:cNvPr>
            <p:cNvSpPr/>
            <p:nvPr/>
          </p:nvSpPr>
          <p:spPr>
            <a:xfrm>
              <a:off x="10604905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7" name="任意多边形: 形状 646">
              <a:extLst>
                <a:ext uri="{FF2B5EF4-FFF2-40B4-BE49-F238E27FC236}">
                  <a16:creationId xmlns:a16="http://schemas.microsoft.com/office/drawing/2014/main" id="{E34D9144-891D-4F4C-BBCC-E55990405EB5}"/>
                </a:ext>
              </a:extLst>
            </p:cNvPr>
            <p:cNvSpPr/>
            <p:nvPr/>
          </p:nvSpPr>
          <p:spPr>
            <a:xfrm>
              <a:off x="10604905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8" name="任意多边形: 形状 647">
              <a:extLst>
                <a:ext uri="{FF2B5EF4-FFF2-40B4-BE49-F238E27FC236}">
                  <a16:creationId xmlns:a16="http://schemas.microsoft.com/office/drawing/2014/main" id="{CF08DBE5-A814-481E-8FF6-884FB0F9F214}"/>
                </a:ext>
              </a:extLst>
            </p:cNvPr>
            <p:cNvSpPr/>
            <p:nvPr/>
          </p:nvSpPr>
          <p:spPr>
            <a:xfrm>
              <a:off x="10522832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9" name="任意多边形: 形状 648">
              <a:extLst>
                <a:ext uri="{FF2B5EF4-FFF2-40B4-BE49-F238E27FC236}">
                  <a16:creationId xmlns:a16="http://schemas.microsoft.com/office/drawing/2014/main" id="{BD724FF7-AB39-488F-A4F5-C0240FA78DD6}"/>
                </a:ext>
              </a:extLst>
            </p:cNvPr>
            <p:cNvSpPr/>
            <p:nvPr/>
          </p:nvSpPr>
          <p:spPr>
            <a:xfrm>
              <a:off x="10522832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0" name="任意多边形: 形状 649">
              <a:extLst>
                <a:ext uri="{FF2B5EF4-FFF2-40B4-BE49-F238E27FC236}">
                  <a16:creationId xmlns:a16="http://schemas.microsoft.com/office/drawing/2014/main" id="{342E7F37-6389-47F7-88A4-8CE9792229C0}"/>
                </a:ext>
              </a:extLst>
            </p:cNvPr>
            <p:cNvSpPr/>
            <p:nvPr/>
          </p:nvSpPr>
          <p:spPr>
            <a:xfrm>
              <a:off x="10522832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1" name="任意多边形: 形状 650">
              <a:extLst>
                <a:ext uri="{FF2B5EF4-FFF2-40B4-BE49-F238E27FC236}">
                  <a16:creationId xmlns:a16="http://schemas.microsoft.com/office/drawing/2014/main" id="{59D1EDB0-6B16-4419-ADD3-3E97F23738FB}"/>
                </a:ext>
              </a:extLst>
            </p:cNvPr>
            <p:cNvSpPr/>
            <p:nvPr/>
          </p:nvSpPr>
          <p:spPr>
            <a:xfrm>
              <a:off x="10522832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2" name="任意多边形: 形状 651">
              <a:extLst>
                <a:ext uri="{FF2B5EF4-FFF2-40B4-BE49-F238E27FC236}">
                  <a16:creationId xmlns:a16="http://schemas.microsoft.com/office/drawing/2014/main" id="{EF56C664-6FB5-429F-9B5A-EFD49976B6E7}"/>
                </a:ext>
              </a:extLst>
            </p:cNvPr>
            <p:cNvSpPr/>
            <p:nvPr/>
          </p:nvSpPr>
          <p:spPr>
            <a:xfrm>
              <a:off x="10522832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3" name="任意多边形: 形状 652">
              <a:extLst>
                <a:ext uri="{FF2B5EF4-FFF2-40B4-BE49-F238E27FC236}">
                  <a16:creationId xmlns:a16="http://schemas.microsoft.com/office/drawing/2014/main" id="{6919C0BF-7EFE-4DDB-8E1D-859AA1F57FE2}"/>
                </a:ext>
              </a:extLst>
            </p:cNvPr>
            <p:cNvSpPr/>
            <p:nvPr/>
          </p:nvSpPr>
          <p:spPr>
            <a:xfrm>
              <a:off x="10522832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4" name="任意多边形: 形状 653">
              <a:extLst>
                <a:ext uri="{FF2B5EF4-FFF2-40B4-BE49-F238E27FC236}">
                  <a16:creationId xmlns:a16="http://schemas.microsoft.com/office/drawing/2014/main" id="{B0CEE67F-F731-46B6-BB89-E7780C453DA6}"/>
                </a:ext>
              </a:extLst>
            </p:cNvPr>
            <p:cNvSpPr/>
            <p:nvPr/>
          </p:nvSpPr>
          <p:spPr>
            <a:xfrm>
              <a:off x="10522832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5" name="任意多边形: 形状 654">
              <a:extLst>
                <a:ext uri="{FF2B5EF4-FFF2-40B4-BE49-F238E27FC236}">
                  <a16:creationId xmlns:a16="http://schemas.microsoft.com/office/drawing/2014/main" id="{1AA7F9CE-ECB2-43F2-B12B-20E206DA90BF}"/>
                </a:ext>
              </a:extLst>
            </p:cNvPr>
            <p:cNvSpPr/>
            <p:nvPr/>
          </p:nvSpPr>
          <p:spPr>
            <a:xfrm>
              <a:off x="10522832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6" name="任意多边形: 形状 655">
              <a:extLst>
                <a:ext uri="{FF2B5EF4-FFF2-40B4-BE49-F238E27FC236}">
                  <a16:creationId xmlns:a16="http://schemas.microsoft.com/office/drawing/2014/main" id="{89E8D513-07A7-480B-B133-2885DAE79DBA}"/>
                </a:ext>
              </a:extLst>
            </p:cNvPr>
            <p:cNvSpPr/>
            <p:nvPr/>
          </p:nvSpPr>
          <p:spPr>
            <a:xfrm>
              <a:off x="10522832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7" name="任意多边形: 形状 656">
              <a:extLst>
                <a:ext uri="{FF2B5EF4-FFF2-40B4-BE49-F238E27FC236}">
                  <a16:creationId xmlns:a16="http://schemas.microsoft.com/office/drawing/2014/main" id="{52999865-C99B-4A0E-A5CD-74326985146F}"/>
                </a:ext>
              </a:extLst>
            </p:cNvPr>
            <p:cNvSpPr/>
            <p:nvPr/>
          </p:nvSpPr>
          <p:spPr>
            <a:xfrm>
              <a:off x="10522832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8" name="任意多边形: 形状 657">
              <a:extLst>
                <a:ext uri="{FF2B5EF4-FFF2-40B4-BE49-F238E27FC236}">
                  <a16:creationId xmlns:a16="http://schemas.microsoft.com/office/drawing/2014/main" id="{132F6AD1-B88C-44B1-9BF6-C8A65D341AF5}"/>
                </a:ext>
              </a:extLst>
            </p:cNvPr>
            <p:cNvSpPr/>
            <p:nvPr/>
          </p:nvSpPr>
          <p:spPr>
            <a:xfrm>
              <a:off x="10522832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9" name="任意多边形: 形状 658">
              <a:extLst>
                <a:ext uri="{FF2B5EF4-FFF2-40B4-BE49-F238E27FC236}">
                  <a16:creationId xmlns:a16="http://schemas.microsoft.com/office/drawing/2014/main" id="{EAD4E2E7-7E98-4276-8368-E624B562D600}"/>
                </a:ext>
              </a:extLst>
            </p:cNvPr>
            <p:cNvSpPr/>
            <p:nvPr/>
          </p:nvSpPr>
          <p:spPr>
            <a:xfrm>
              <a:off x="10441885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0" name="任意多边形: 形状 659">
              <a:extLst>
                <a:ext uri="{FF2B5EF4-FFF2-40B4-BE49-F238E27FC236}">
                  <a16:creationId xmlns:a16="http://schemas.microsoft.com/office/drawing/2014/main" id="{32D5A2C4-AF7A-4F21-A86E-FB2CB04AF159}"/>
                </a:ext>
              </a:extLst>
            </p:cNvPr>
            <p:cNvSpPr/>
            <p:nvPr/>
          </p:nvSpPr>
          <p:spPr>
            <a:xfrm>
              <a:off x="10441885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1" name="任意多边形: 形状 660">
              <a:extLst>
                <a:ext uri="{FF2B5EF4-FFF2-40B4-BE49-F238E27FC236}">
                  <a16:creationId xmlns:a16="http://schemas.microsoft.com/office/drawing/2014/main" id="{09E82C7A-BDCC-4CFF-93D1-647E60ADAB5D}"/>
                </a:ext>
              </a:extLst>
            </p:cNvPr>
            <p:cNvSpPr/>
            <p:nvPr/>
          </p:nvSpPr>
          <p:spPr>
            <a:xfrm>
              <a:off x="10441885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2" name="任意多边形: 形状 661">
              <a:extLst>
                <a:ext uri="{FF2B5EF4-FFF2-40B4-BE49-F238E27FC236}">
                  <a16:creationId xmlns:a16="http://schemas.microsoft.com/office/drawing/2014/main" id="{4E5DFC13-7887-487F-81A0-9A273E847B57}"/>
                </a:ext>
              </a:extLst>
            </p:cNvPr>
            <p:cNvSpPr/>
            <p:nvPr/>
          </p:nvSpPr>
          <p:spPr>
            <a:xfrm>
              <a:off x="10441885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3" name="任意多边形: 形状 662">
              <a:extLst>
                <a:ext uri="{FF2B5EF4-FFF2-40B4-BE49-F238E27FC236}">
                  <a16:creationId xmlns:a16="http://schemas.microsoft.com/office/drawing/2014/main" id="{D43474E7-C39E-4CF9-B80A-3425084ECF22}"/>
                </a:ext>
              </a:extLst>
            </p:cNvPr>
            <p:cNvSpPr/>
            <p:nvPr/>
          </p:nvSpPr>
          <p:spPr>
            <a:xfrm>
              <a:off x="10441885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4" name="任意多边形: 形状 663">
              <a:extLst>
                <a:ext uri="{FF2B5EF4-FFF2-40B4-BE49-F238E27FC236}">
                  <a16:creationId xmlns:a16="http://schemas.microsoft.com/office/drawing/2014/main" id="{11D3824B-2D11-4826-97B7-343477414C34}"/>
                </a:ext>
              </a:extLst>
            </p:cNvPr>
            <p:cNvSpPr/>
            <p:nvPr/>
          </p:nvSpPr>
          <p:spPr>
            <a:xfrm>
              <a:off x="10441885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5" name="任意多边形: 形状 664">
              <a:extLst>
                <a:ext uri="{FF2B5EF4-FFF2-40B4-BE49-F238E27FC236}">
                  <a16:creationId xmlns:a16="http://schemas.microsoft.com/office/drawing/2014/main" id="{01829A37-13A6-43A4-8C49-5103AA8D6C68}"/>
                </a:ext>
              </a:extLst>
            </p:cNvPr>
            <p:cNvSpPr/>
            <p:nvPr/>
          </p:nvSpPr>
          <p:spPr>
            <a:xfrm>
              <a:off x="10441885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6" name="任意多边形: 形状 665">
              <a:extLst>
                <a:ext uri="{FF2B5EF4-FFF2-40B4-BE49-F238E27FC236}">
                  <a16:creationId xmlns:a16="http://schemas.microsoft.com/office/drawing/2014/main" id="{788F46CF-8012-4556-9CD9-78E836BA4CF5}"/>
                </a:ext>
              </a:extLst>
            </p:cNvPr>
            <p:cNvSpPr/>
            <p:nvPr/>
          </p:nvSpPr>
          <p:spPr>
            <a:xfrm>
              <a:off x="10441885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7" name="任意多边形: 形状 666">
              <a:extLst>
                <a:ext uri="{FF2B5EF4-FFF2-40B4-BE49-F238E27FC236}">
                  <a16:creationId xmlns:a16="http://schemas.microsoft.com/office/drawing/2014/main" id="{B039BC9B-E2DA-429F-9F57-EFB5199D41F6}"/>
                </a:ext>
              </a:extLst>
            </p:cNvPr>
            <p:cNvSpPr/>
            <p:nvPr/>
          </p:nvSpPr>
          <p:spPr>
            <a:xfrm>
              <a:off x="10441885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8" name="任意多边形: 形状 667">
              <a:extLst>
                <a:ext uri="{FF2B5EF4-FFF2-40B4-BE49-F238E27FC236}">
                  <a16:creationId xmlns:a16="http://schemas.microsoft.com/office/drawing/2014/main" id="{D041DFC2-E5B7-4839-8AA5-99EEAE0C66FF}"/>
                </a:ext>
              </a:extLst>
            </p:cNvPr>
            <p:cNvSpPr/>
            <p:nvPr/>
          </p:nvSpPr>
          <p:spPr>
            <a:xfrm>
              <a:off x="10441885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9" name="任意多边形: 形状 668">
              <a:extLst>
                <a:ext uri="{FF2B5EF4-FFF2-40B4-BE49-F238E27FC236}">
                  <a16:creationId xmlns:a16="http://schemas.microsoft.com/office/drawing/2014/main" id="{8B056B3B-D79B-4F93-BA1B-916136F7881D}"/>
                </a:ext>
              </a:extLst>
            </p:cNvPr>
            <p:cNvSpPr/>
            <p:nvPr/>
          </p:nvSpPr>
          <p:spPr>
            <a:xfrm>
              <a:off x="10441885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0" name="任意多边形: 形状 669">
              <a:extLst>
                <a:ext uri="{FF2B5EF4-FFF2-40B4-BE49-F238E27FC236}">
                  <a16:creationId xmlns:a16="http://schemas.microsoft.com/office/drawing/2014/main" id="{A5C9F6F1-EB5F-4A36-AEBE-D923DE987DFE}"/>
                </a:ext>
              </a:extLst>
            </p:cNvPr>
            <p:cNvSpPr/>
            <p:nvPr/>
          </p:nvSpPr>
          <p:spPr>
            <a:xfrm>
              <a:off x="103609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1" name="任意多边形: 形状 670">
              <a:extLst>
                <a:ext uri="{FF2B5EF4-FFF2-40B4-BE49-F238E27FC236}">
                  <a16:creationId xmlns:a16="http://schemas.microsoft.com/office/drawing/2014/main" id="{5A768033-9470-4625-9CAC-0D0119057B60}"/>
                </a:ext>
              </a:extLst>
            </p:cNvPr>
            <p:cNvSpPr/>
            <p:nvPr/>
          </p:nvSpPr>
          <p:spPr>
            <a:xfrm>
              <a:off x="103609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2" name="任意多边形: 形状 671">
              <a:extLst>
                <a:ext uri="{FF2B5EF4-FFF2-40B4-BE49-F238E27FC236}">
                  <a16:creationId xmlns:a16="http://schemas.microsoft.com/office/drawing/2014/main" id="{D073B7CC-70C8-4B99-BD9D-70CD2FEBE9B6}"/>
                </a:ext>
              </a:extLst>
            </p:cNvPr>
            <p:cNvSpPr/>
            <p:nvPr/>
          </p:nvSpPr>
          <p:spPr>
            <a:xfrm>
              <a:off x="103609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3" name="任意多边形: 形状 672">
              <a:extLst>
                <a:ext uri="{FF2B5EF4-FFF2-40B4-BE49-F238E27FC236}">
                  <a16:creationId xmlns:a16="http://schemas.microsoft.com/office/drawing/2014/main" id="{67247E23-448E-480B-81C5-01725E78C2E5}"/>
                </a:ext>
              </a:extLst>
            </p:cNvPr>
            <p:cNvSpPr/>
            <p:nvPr/>
          </p:nvSpPr>
          <p:spPr>
            <a:xfrm>
              <a:off x="103609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4" name="任意多边形: 形状 673">
              <a:extLst>
                <a:ext uri="{FF2B5EF4-FFF2-40B4-BE49-F238E27FC236}">
                  <a16:creationId xmlns:a16="http://schemas.microsoft.com/office/drawing/2014/main" id="{F172104F-C0B2-40F5-A7EB-1B9AE222D377}"/>
                </a:ext>
              </a:extLst>
            </p:cNvPr>
            <p:cNvSpPr/>
            <p:nvPr/>
          </p:nvSpPr>
          <p:spPr>
            <a:xfrm>
              <a:off x="103609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5" name="任意多边形: 形状 674">
              <a:extLst>
                <a:ext uri="{FF2B5EF4-FFF2-40B4-BE49-F238E27FC236}">
                  <a16:creationId xmlns:a16="http://schemas.microsoft.com/office/drawing/2014/main" id="{EB1930EA-9D26-471A-9108-E77121FC6BEF}"/>
                </a:ext>
              </a:extLst>
            </p:cNvPr>
            <p:cNvSpPr/>
            <p:nvPr/>
          </p:nvSpPr>
          <p:spPr>
            <a:xfrm>
              <a:off x="103609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6" name="任意多边形: 形状 675">
              <a:extLst>
                <a:ext uri="{FF2B5EF4-FFF2-40B4-BE49-F238E27FC236}">
                  <a16:creationId xmlns:a16="http://schemas.microsoft.com/office/drawing/2014/main" id="{CBC3DF5A-AD31-42C4-9C34-6187D73F2417}"/>
                </a:ext>
              </a:extLst>
            </p:cNvPr>
            <p:cNvSpPr/>
            <p:nvPr/>
          </p:nvSpPr>
          <p:spPr>
            <a:xfrm>
              <a:off x="103609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7" name="任意多边形: 形状 676">
              <a:extLst>
                <a:ext uri="{FF2B5EF4-FFF2-40B4-BE49-F238E27FC236}">
                  <a16:creationId xmlns:a16="http://schemas.microsoft.com/office/drawing/2014/main" id="{138D93C6-6E0C-42CB-80E4-A1F54F0F1FE2}"/>
                </a:ext>
              </a:extLst>
            </p:cNvPr>
            <p:cNvSpPr/>
            <p:nvPr/>
          </p:nvSpPr>
          <p:spPr>
            <a:xfrm>
              <a:off x="103609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8" name="任意多边形: 形状 677">
              <a:extLst>
                <a:ext uri="{FF2B5EF4-FFF2-40B4-BE49-F238E27FC236}">
                  <a16:creationId xmlns:a16="http://schemas.microsoft.com/office/drawing/2014/main" id="{F26558F6-70EE-47C5-956B-EFCE483F75DB}"/>
                </a:ext>
              </a:extLst>
            </p:cNvPr>
            <p:cNvSpPr/>
            <p:nvPr/>
          </p:nvSpPr>
          <p:spPr>
            <a:xfrm>
              <a:off x="103609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9" name="任意多边形: 形状 678">
              <a:extLst>
                <a:ext uri="{FF2B5EF4-FFF2-40B4-BE49-F238E27FC236}">
                  <a16:creationId xmlns:a16="http://schemas.microsoft.com/office/drawing/2014/main" id="{A1A20CE1-8DB2-487D-87CF-2931B2C50566}"/>
                </a:ext>
              </a:extLst>
            </p:cNvPr>
            <p:cNvSpPr/>
            <p:nvPr/>
          </p:nvSpPr>
          <p:spPr>
            <a:xfrm>
              <a:off x="103609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0" name="任意多边形: 形状 679">
              <a:extLst>
                <a:ext uri="{FF2B5EF4-FFF2-40B4-BE49-F238E27FC236}">
                  <a16:creationId xmlns:a16="http://schemas.microsoft.com/office/drawing/2014/main" id="{7DF9B268-2C29-40E0-8979-5F9123C3A677}"/>
                </a:ext>
              </a:extLst>
            </p:cNvPr>
            <p:cNvSpPr/>
            <p:nvPr/>
          </p:nvSpPr>
          <p:spPr>
            <a:xfrm>
              <a:off x="103609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1" name="任意多边形: 形状 680">
              <a:extLst>
                <a:ext uri="{FF2B5EF4-FFF2-40B4-BE49-F238E27FC236}">
                  <a16:creationId xmlns:a16="http://schemas.microsoft.com/office/drawing/2014/main" id="{05FE7DBD-38D6-4AAA-80E6-FBCC78F06D11}"/>
                </a:ext>
              </a:extLst>
            </p:cNvPr>
            <p:cNvSpPr/>
            <p:nvPr/>
          </p:nvSpPr>
          <p:spPr>
            <a:xfrm>
              <a:off x="10684710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2" name="任意多边形: 形状 681">
              <a:extLst>
                <a:ext uri="{FF2B5EF4-FFF2-40B4-BE49-F238E27FC236}">
                  <a16:creationId xmlns:a16="http://schemas.microsoft.com/office/drawing/2014/main" id="{3FAB271B-63B6-49FE-B2A0-F0414D28A7FA}"/>
                </a:ext>
              </a:extLst>
            </p:cNvPr>
            <p:cNvSpPr/>
            <p:nvPr/>
          </p:nvSpPr>
          <p:spPr>
            <a:xfrm>
              <a:off x="10684710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3" name="任意多边形: 形状 682">
              <a:extLst>
                <a:ext uri="{FF2B5EF4-FFF2-40B4-BE49-F238E27FC236}">
                  <a16:creationId xmlns:a16="http://schemas.microsoft.com/office/drawing/2014/main" id="{41CF05AA-A968-40D5-89F3-C955E7DD2121}"/>
                </a:ext>
              </a:extLst>
            </p:cNvPr>
            <p:cNvSpPr/>
            <p:nvPr/>
          </p:nvSpPr>
          <p:spPr>
            <a:xfrm>
              <a:off x="10684710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4" name="任意多边形: 形状 683">
              <a:extLst>
                <a:ext uri="{FF2B5EF4-FFF2-40B4-BE49-F238E27FC236}">
                  <a16:creationId xmlns:a16="http://schemas.microsoft.com/office/drawing/2014/main" id="{F40A794B-E88F-441D-8938-925E382D7B6D}"/>
                </a:ext>
              </a:extLst>
            </p:cNvPr>
            <p:cNvSpPr/>
            <p:nvPr/>
          </p:nvSpPr>
          <p:spPr>
            <a:xfrm>
              <a:off x="10684710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5" name="任意多边形: 形状 684">
              <a:extLst>
                <a:ext uri="{FF2B5EF4-FFF2-40B4-BE49-F238E27FC236}">
                  <a16:creationId xmlns:a16="http://schemas.microsoft.com/office/drawing/2014/main" id="{F1E4D710-5B94-4998-8D48-50ACF5DE69C0}"/>
                </a:ext>
              </a:extLst>
            </p:cNvPr>
            <p:cNvSpPr/>
            <p:nvPr/>
          </p:nvSpPr>
          <p:spPr>
            <a:xfrm>
              <a:off x="10684710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6" name="任意多边形: 形状 685">
              <a:extLst>
                <a:ext uri="{FF2B5EF4-FFF2-40B4-BE49-F238E27FC236}">
                  <a16:creationId xmlns:a16="http://schemas.microsoft.com/office/drawing/2014/main" id="{5F0F61E5-F912-4C50-9D15-F4E41405DB64}"/>
                </a:ext>
              </a:extLst>
            </p:cNvPr>
            <p:cNvSpPr/>
            <p:nvPr/>
          </p:nvSpPr>
          <p:spPr>
            <a:xfrm>
              <a:off x="10684710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7" name="任意多边形: 形状 686">
              <a:extLst>
                <a:ext uri="{FF2B5EF4-FFF2-40B4-BE49-F238E27FC236}">
                  <a16:creationId xmlns:a16="http://schemas.microsoft.com/office/drawing/2014/main" id="{E1906480-8004-4D53-A5F5-F44000B25A81}"/>
                </a:ext>
              </a:extLst>
            </p:cNvPr>
            <p:cNvSpPr/>
            <p:nvPr/>
          </p:nvSpPr>
          <p:spPr>
            <a:xfrm>
              <a:off x="10684710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8" name="任意多边形: 形状 687">
              <a:extLst>
                <a:ext uri="{FF2B5EF4-FFF2-40B4-BE49-F238E27FC236}">
                  <a16:creationId xmlns:a16="http://schemas.microsoft.com/office/drawing/2014/main" id="{87FE5189-2C06-4213-876C-A858990BFED4}"/>
                </a:ext>
              </a:extLst>
            </p:cNvPr>
            <p:cNvSpPr/>
            <p:nvPr/>
          </p:nvSpPr>
          <p:spPr>
            <a:xfrm>
              <a:off x="10684710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9" name="任意多边形: 形状 688">
              <a:extLst>
                <a:ext uri="{FF2B5EF4-FFF2-40B4-BE49-F238E27FC236}">
                  <a16:creationId xmlns:a16="http://schemas.microsoft.com/office/drawing/2014/main" id="{CDE5F931-922C-4DF3-B461-023FB1649AE2}"/>
                </a:ext>
              </a:extLst>
            </p:cNvPr>
            <p:cNvSpPr/>
            <p:nvPr/>
          </p:nvSpPr>
          <p:spPr>
            <a:xfrm>
              <a:off x="10290134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0" name="任意多边形: 形状 689">
              <a:extLst>
                <a:ext uri="{FF2B5EF4-FFF2-40B4-BE49-F238E27FC236}">
                  <a16:creationId xmlns:a16="http://schemas.microsoft.com/office/drawing/2014/main" id="{D617B1FD-3621-4FEA-883D-781D038BB307}"/>
                </a:ext>
              </a:extLst>
            </p:cNvPr>
            <p:cNvSpPr/>
            <p:nvPr/>
          </p:nvSpPr>
          <p:spPr>
            <a:xfrm>
              <a:off x="10290134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1" name="任意多边形: 形状 690">
              <a:extLst>
                <a:ext uri="{FF2B5EF4-FFF2-40B4-BE49-F238E27FC236}">
                  <a16:creationId xmlns:a16="http://schemas.microsoft.com/office/drawing/2014/main" id="{BD22510B-9181-4A41-AAF6-6F700D532639}"/>
                </a:ext>
              </a:extLst>
            </p:cNvPr>
            <p:cNvSpPr/>
            <p:nvPr/>
          </p:nvSpPr>
          <p:spPr>
            <a:xfrm>
              <a:off x="10290134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2" name="任意多边形: 形状 691">
              <a:extLst>
                <a:ext uri="{FF2B5EF4-FFF2-40B4-BE49-F238E27FC236}">
                  <a16:creationId xmlns:a16="http://schemas.microsoft.com/office/drawing/2014/main" id="{7A7DB8D9-7014-4C01-9381-FED097DCE9D8}"/>
                </a:ext>
              </a:extLst>
            </p:cNvPr>
            <p:cNvSpPr/>
            <p:nvPr/>
          </p:nvSpPr>
          <p:spPr>
            <a:xfrm>
              <a:off x="10290134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3" name="任意多边形: 形状 692">
              <a:extLst>
                <a:ext uri="{FF2B5EF4-FFF2-40B4-BE49-F238E27FC236}">
                  <a16:creationId xmlns:a16="http://schemas.microsoft.com/office/drawing/2014/main" id="{840D2AD0-D072-4FDE-B4ED-16CF39C8A08F}"/>
                </a:ext>
              </a:extLst>
            </p:cNvPr>
            <p:cNvSpPr/>
            <p:nvPr/>
          </p:nvSpPr>
          <p:spPr>
            <a:xfrm>
              <a:off x="10290134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4" name="任意多边形: 形状 693">
              <a:extLst>
                <a:ext uri="{FF2B5EF4-FFF2-40B4-BE49-F238E27FC236}">
                  <a16:creationId xmlns:a16="http://schemas.microsoft.com/office/drawing/2014/main" id="{7D9A5566-9B48-458F-A20A-18622548828C}"/>
                </a:ext>
              </a:extLst>
            </p:cNvPr>
            <p:cNvSpPr/>
            <p:nvPr/>
          </p:nvSpPr>
          <p:spPr>
            <a:xfrm>
              <a:off x="10290134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5" name="任意多边形: 形状 694">
              <a:extLst>
                <a:ext uri="{FF2B5EF4-FFF2-40B4-BE49-F238E27FC236}">
                  <a16:creationId xmlns:a16="http://schemas.microsoft.com/office/drawing/2014/main" id="{11B4D4A1-EB87-4EF8-A093-70FB47FF0E3A}"/>
                </a:ext>
              </a:extLst>
            </p:cNvPr>
            <p:cNvSpPr/>
            <p:nvPr/>
          </p:nvSpPr>
          <p:spPr>
            <a:xfrm>
              <a:off x="10290134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6" name="任意多边形: 形状 695">
              <a:extLst>
                <a:ext uri="{FF2B5EF4-FFF2-40B4-BE49-F238E27FC236}">
                  <a16:creationId xmlns:a16="http://schemas.microsoft.com/office/drawing/2014/main" id="{8454B33F-8E56-4F31-B679-331339CAD0E6}"/>
                </a:ext>
              </a:extLst>
            </p:cNvPr>
            <p:cNvSpPr/>
            <p:nvPr/>
          </p:nvSpPr>
          <p:spPr>
            <a:xfrm>
              <a:off x="10290134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7" name="任意多边形: 形状 696">
              <a:extLst>
                <a:ext uri="{FF2B5EF4-FFF2-40B4-BE49-F238E27FC236}">
                  <a16:creationId xmlns:a16="http://schemas.microsoft.com/office/drawing/2014/main" id="{0F86A040-ADDE-400F-A423-773744F61E38}"/>
                </a:ext>
              </a:extLst>
            </p:cNvPr>
            <p:cNvSpPr/>
            <p:nvPr/>
          </p:nvSpPr>
          <p:spPr>
            <a:xfrm>
              <a:off x="10290134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8" name="任意多边形: 形状 697">
              <a:extLst>
                <a:ext uri="{FF2B5EF4-FFF2-40B4-BE49-F238E27FC236}">
                  <a16:creationId xmlns:a16="http://schemas.microsoft.com/office/drawing/2014/main" id="{DE3DC741-69BC-471D-B2C9-C3190169362A}"/>
                </a:ext>
              </a:extLst>
            </p:cNvPr>
            <p:cNvSpPr/>
            <p:nvPr/>
          </p:nvSpPr>
          <p:spPr>
            <a:xfrm>
              <a:off x="10290134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9" name="任意多边形: 形状 698">
              <a:extLst>
                <a:ext uri="{FF2B5EF4-FFF2-40B4-BE49-F238E27FC236}">
                  <a16:creationId xmlns:a16="http://schemas.microsoft.com/office/drawing/2014/main" id="{6121CF89-6549-4C80-973C-96DB54E65F5F}"/>
                </a:ext>
              </a:extLst>
            </p:cNvPr>
            <p:cNvSpPr/>
            <p:nvPr/>
          </p:nvSpPr>
          <p:spPr>
            <a:xfrm>
              <a:off x="10290134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0" name="任意多边形: 形状 699">
              <a:extLst>
                <a:ext uri="{FF2B5EF4-FFF2-40B4-BE49-F238E27FC236}">
                  <a16:creationId xmlns:a16="http://schemas.microsoft.com/office/drawing/2014/main" id="{A4743EC5-D23C-4EC3-B763-136C41C91C28}"/>
                </a:ext>
              </a:extLst>
            </p:cNvPr>
            <p:cNvSpPr/>
            <p:nvPr/>
          </p:nvSpPr>
          <p:spPr>
            <a:xfrm>
              <a:off x="10684710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1" name="任意多边形: 形状 700">
              <a:extLst>
                <a:ext uri="{FF2B5EF4-FFF2-40B4-BE49-F238E27FC236}">
                  <a16:creationId xmlns:a16="http://schemas.microsoft.com/office/drawing/2014/main" id="{F94CBF69-DA85-473D-A139-25AE3AF9461E}"/>
                </a:ext>
              </a:extLst>
            </p:cNvPr>
            <p:cNvSpPr/>
            <p:nvPr/>
          </p:nvSpPr>
          <p:spPr>
            <a:xfrm>
              <a:off x="10604905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2" name="任意多边形: 形状 701">
              <a:extLst>
                <a:ext uri="{FF2B5EF4-FFF2-40B4-BE49-F238E27FC236}">
                  <a16:creationId xmlns:a16="http://schemas.microsoft.com/office/drawing/2014/main" id="{EA634A13-977B-4B29-AA3A-D5A16AFC6C8F}"/>
                </a:ext>
              </a:extLst>
            </p:cNvPr>
            <p:cNvSpPr/>
            <p:nvPr/>
          </p:nvSpPr>
          <p:spPr>
            <a:xfrm>
              <a:off x="10852497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3" name="任意多边形: 形状 702">
              <a:extLst>
                <a:ext uri="{FF2B5EF4-FFF2-40B4-BE49-F238E27FC236}">
                  <a16:creationId xmlns:a16="http://schemas.microsoft.com/office/drawing/2014/main" id="{1378E49B-CE12-4B07-8B09-402A276CC9C0}"/>
                </a:ext>
              </a:extLst>
            </p:cNvPr>
            <p:cNvSpPr/>
            <p:nvPr/>
          </p:nvSpPr>
          <p:spPr>
            <a:xfrm>
              <a:off x="10852497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4" name="任意多边形: 形状 703">
              <a:extLst>
                <a:ext uri="{FF2B5EF4-FFF2-40B4-BE49-F238E27FC236}">
                  <a16:creationId xmlns:a16="http://schemas.microsoft.com/office/drawing/2014/main" id="{F6066672-33F6-4FAC-8B3F-CF4AD536BECA}"/>
                </a:ext>
              </a:extLst>
            </p:cNvPr>
            <p:cNvSpPr/>
            <p:nvPr/>
          </p:nvSpPr>
          <p:spPr>
            <a:xfrm>
              <a:off x="10852497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5" name="任意多边形: 形状 704">
              <a:extLst>
                <a:ext uri="{FF2B5EF4-FFF2-40B4-BE49-F238E27FC236}">
                  <a16:creationId xmlns:a16="http://schemas.microsoft.com/office/drawing/2014/main" id="{81360649-4DD9-4092-AE5A-15659346613E}"/>
                </a:ext>
              </a:extLst>
            </p:cNvPr>
            <p:cNvSpPr/>
            <p:nvPr/>
          </p:nvSpPr>
          <p:spPr>
            <a:xfrm>
              <a:off x="11182849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6" name="任意多边形: 形状 705">
              <a:extLst>
                <a:ext uri="{FF2B5EF4-FFF2-40B4-BE49-F238E27FC236}">
                  <a16:creationId xmlns:a16="http://schemas.microsoft.com/office/drawing/2014/main" id="{735DBDBA-766C-497B-8FD3-5EB330F2B3EF}"/>
                </a:ext>
              </a:extLst>
            </p:cNvPr>
            <p:cNvSpPr/>
            <p:nvPr/>
          </p:nvSpPr>
          <p:spPr>
            <a:xfrm>
              <a:off x="11182849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7" name="任意多边形: 形状 706">
              <a:extLst>
                <a:ext uri="{FF2B5EF4-FFF2-40B4-BE49-F238E27FC236}">
                  <a16:creationId xmlns:a16="http://schemas.microsoft.com/office/drawing/2014/main" id="{7826DE7A-86D1-489E-96CA-49CD5E98FD41}"/>
                </a:ext>
              </a:extLst>
            </p:cNvPr>
            <p:cNvSpPr/>
            <p:nvPr/>
          </p:nvSpPr>
          <p:spPr>
            <a:xfrm>
              <a:off x="11182849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8" name="任意多边形: 形状 707">
              <a:extLst>
                <a:ext uri="{FF2B5EF4-FFF2-40B4-BE49-F238E27FC236}">
                  <a16:creationId xmlns:a16="http://schemas.microsoft.com/office/drawing/2014/main" id="{B8608EE3-EF40-4741-B789-DD5AF7E4A993}"/>
                </a:ext>
              </a:extLst>
            </p:cNvPr>
            <p:cNvSpPr/>
            <p:nvPr/>
          </p:nvSpPr>
          <p:spPr>
            <a:xfrm>
              <a:off x="11081540" y="734530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9" name="任意多边形: 形状 708">
              <a:extLst>
                <a:ext uri="{FF2B5EF4-FFF2-40B4-BE49-F238E27FC236}">
                  <a16:creationId xmlns:a16="http://schemas.microsoft.com/office/drawing/2014/main" id="{3BEB616A-C18F-4E25-8794-BDBDBAA506E5}"/>
                </a:ext>
              </a:extLst>
            </p:cNvPr>
            <p:cNvSpPr/>
            <p:nvPr/>
          </p:nvSpPr>
          <p:spPr>
            <a:xfrm>
              <a:off x="11081540" y="712152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0" name="任意多边形: 形状 709">
              <a:extLst>
                <a:ext uri="{FF2B5EF4-FFF2-40B4-BE49-F238E27FC236}">
                  <a16:creationId xmlns:a16="http://schemas.microsoft.com/office/drawing/2014/main" id="{5FE15F00-18EE-4534-83BA-8050BC91B300}"/>
                </a:ext>
              </a:extLst>
            </p:cNvPr>
            <p:cNvSpPr/>
            <p:nvPr/>
          </p:nvSpPr>
          <p:spPr>
            <a:xfrm>
              <a:off x="11081540" y="689775"/>
              <a:ext cx="4493" cy="15005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1" name="任意多边形: 形状 710">
              <a:extLst>
                <a:ext uri="{FF2B5EF4-FFF2-40B4-BE49-F238E27FC236}">
                  <a16:creationId xmlns:a16="http://schemas.microsoft.com/office/drawing/2014/main" id="{20FA08D1-B945-4C95-B62A-C217C2EBBCB0}"/>
                </a:ext>
              </a:extLst>
            </p:cNvPr>
            <p:cNvSpPr/>
            <p:nvPr/>
          </p:nvSpPr>
          <p:spPr>
            <a:xfrm>
              <a:off x="10985926" y="734530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2" name="任意多边形: 形状 711">
              <a:extLst>
                <a:ext uri="{FF2B5EF4-FFF2-40B4-BE49-F238E27FC236}">
                  <a16:creationId xmlns:a16="http://schemas.microsoft.com/office/drawing/2014/main" id="{46844569-518F-4956-A46B-BFF607E7473D}"/>
                </a:ext>
              </a:extLst>
            </p:cNvPr>
            <p:cNvSpPr/>
            <p:nvPr/>
          </p:nvSpPr>
          <p:spPr>
            <a:xfrm>
              <a:off x="10985926" y="712152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3" name="任意多边形: 形状 712">
              <a:extLst>
                <a:ext uri="{FF2B5EF4-FFF2-40B4-BE49-F238E27FC236}">
                  <a16:creationId xmlns:a16="http://schemas.microsoft.com/office/drawing/2014/main" id="{039F884E-2DD7-46FF-A37C-8C85B49F02C9}"/>
                </a:ext>
              </a:extLst>
            </p:cNvPr>
            <p:cNvSpPr/>
            <p:nvPr/>
          </p:nvSpPr>
          <p:spPr>
            <a:xfrm>
              <a:off x="10985926" y="689775"/>
              <a:ext cx="4508" cy="15005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8" name="任意多边形: 形状 527">
              <a:extLst>
                <a:ext uri="{FF2B5EF4-FFF2-40B4-BE49-F238E27FC236}">
                  <a16:creationId xmlns:a16="http://schemas.microsoft.com/office/drawing/2014/main" id="{F286E3EC-FCEF-4AA2-AC90-FC0868553E55}"/>
                </a:ext>
              </a:extLst>
            </p:cNvPr>
            <p:cNvSpPr/>
            <p:nvPr/>
          </p:nvSpPr>
          <p:spPr>
            <a:xfrm>
              <a:off x="11197317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9" name="任意多边形: 形状 528">
              <a:extLst>
                <a:ext uri="{FF2B5EF4-FFF2-40B4-BE49-F238E27FC236}">
                  <a16:creationId xmlns:a16="http://schemas.microsoft.com/office/drawing/2014/main" id="{27C29534-DCFE-4DEE-9C84-0988042B72C4}"/>
                </a:ext>
              </a:extLst>
            </p:cNvPr>
            <p:cNvSpPr/>
            <p:nvPr/>
          </p:nvSpPr>
          <p:spPr>
            <a:xfrm>
              <a:off x="11197317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0" name="任意多边形: 形状 529">
              <a:extLst>
                <a:ext uri="{FF2B5EF4-FFF2-40B4-BE49-F238E27FC236}">
                  <a16:creationId xmlns:a16="http://schemas.microsoft.com/office/drawing/2014/main" id="{9D1CC17C-6CD9-4C77-A741-1F69E04331C4}"/>
                </a:ext>
              </a:extLst>
            </p:cNvPr>
            <p:cNvSpPr/>
            <p:nvPr/>
          </p:nvSpPr>
          <p:spPr>
            <a:xfrm>
              <a:off x="1100397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1" name="任意多边形: 形状 530">
              <a:extLst>
                <a:ext uri="{FF2B5EF4-FFF2-40B4-BE49-F238E27FC236}">
                  <a16:creationId xmlns:a16="http://schemas.microsoft.com/office/drawing/2014/main" id="{2F835160-136D-45C8-9359-0F40922A4E8E}"/>
                </a:ext>
              </a:extLst>
            </p:cNvPr>
            <p:cNvSpPr/>
            <p:nvPr/>
          </p:nvSpPr>
          <p:spPr>
            <a:xfrm>
              <a:off x="1100397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2" name="任意多边形: 形状 531">
              <a:extLst>
                <a:ext uri="{FF2B5EF4-FFF2-40B4-BE49-F238E27FC236}">
                  <a16:creationId xmlns:a16="http://schemas.microsoft.com/office/drawing/2014/main" id="{0B53E71F-4C9E-4590-9DAE-98468179FDD7}"/>
                </a:ext>
              </a:extLst>
            </p:cNvPr>
            <p:cNvSpPr/>
            <p:nvPr/>
          </p:nvSpPr>
          <p:spPr>
            <a:xfrm>
              <a:off x="11041073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3" name="任意多边形: 形状 532">
              <a:extLst>
                <a:ext uri="{FF2B5EF4-FFF2-40B4-BE49-F238E27FC236}">
                  <a16:creationId xmlns:a16="http://schemas.microsoft.com/office/drawing/2014/main" id="{C9EEAD2E-5363-41DF-BD51-54166291B20B}"/>
                </a:ext>
              </a:extLst>
            </p:cNvPr>
            <p:cNvSpPr/>
            <p:nvPr/>
          </p:nvSpPr>
          <p:spPr>
            <a:xfrm>
              <a:off x="11041073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5" name="任意多边形: 形状 534">
              <a:extLst>
                <a:ext uri="{FF2B5EF4-FFF2-40B4-BE49-F238E27FC236}">
                  <a16:creationId xmlns:a16="http://schemas.microsoft.com/office/drawing/2014/main" id="{085369FB-4C6A-4DBE-8C0D-82F82D911B52}"/>
                </a:ext>
              </a:extLst>
            </p:cNvPr>
            <p:cNvSpPr/>
            <p:nvPr/>
          </p:nvSpPr>
          <p:spPr>
            <a:xfrm>
              <a:off x="11283183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6" name="任意多边形: 形状 535">
              <a:extLst>
                <a:ext uri="{FF2B5EF4-FFF2-40B4-BE49-F238E27FC236}">
                  <a16:creationId xmlns:a16="http://schemas.microsoft.com/office/drawing/2014/main" id="{78AC0880-6CA9-4265-B319-D68087405595}"/>
                </a:ext>
              </a:extLst>
            </p:cNvPr>
            <p:cNvSpPr/>
            <p:nvPr/>
          </p:nvSpPr>
          <p:spPr>
            <a:xfrm>
              <a:off x="11278127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7" name="任意多边形: 形状 536">
              <a:extLst>
                <a:ext uri="{FF2B5EF4-FFF2-40B4-BE49-F238E27FC236}">
                  <a16:creationId xmlns:a16="http://schemas.microsoft.com/office/drawing/2014/main" id="{AB788E2C-007B-49CC-9D98-7757399BB301}"/>
                </a:ext>
              </a:extLst>
            </p:cNvPr>
            <p:cNvSpPr/>
            <p:nvPr/>
          </p:nvSpPr>
          <p:spPr>
            <a:xfrm>
              <a:off x="11283183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8" name="任意多边形: 形状 537">
              <a:extLst>
                <a:ext uri="{FF2B5EF4-FFF2-40B4-BE49-F238E27FC236}">
                  <a16:creationId xmlns:a16="http://schemas.microsoft.com/office/drawing/2014/main" id="{C3ED2297-E1B8-407A-83F0-F5A7000338BE}"/>
                </a:ext>
              </a:extLst>
            </p:cNvPr>
            <p:cNvSpPr/>
            <p:nvPr/>
          </p:nvSpPr>
          <p:spPr>
            <a:xfrm>
              <a:off x="11396767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9" name="任意多边形: 形状 538">
              <a:extLst>
                <a:ext uri="{FF2B5EF4-FFF2-40B4-BE49-F238E27FC236}">
                  <a16:creationId xmlns:a16="http://schemas.microsoft.com/office/drawing/2014/main" id="{D23D7071-0B61-446F-8F6B-E33DAAF34A46}"/>
                </a:ext>
              </a:extLst>
            </p:cNvPr>
            <p:cNvSpPr/>
            <p:nvPr/>
          </p:nvSpPr>
          <p:spPr>
            <a:xfrm>
              <a:off x="11396767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0" name="任意多边形: 形状 539">
              <a:extLst>
                <a:ext uri="{FF2B5EF4-FFF2-40B4-BE49-F238E27FC236}">
                  <a16:creationId xmlns:a16="http://schemas.microsoft.com/office/drawing/2014/main" id="{8868D38B-E709-463F-81DE-8A8938847149}"/>
                </a:ext>
              </a:extLst>
            </p:cNvPr>
            <p:cNvSpPr/>
            <p:nvPr/>
          </p:nvSpPr>
          <p:spPr>
            <a:xfrm>
              <a:off x="1147771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1" name="任意多边形: 形状 540">
              <a:extLst>
                <a:ext uri="{FF2B5EF4-FFF2-40B4-BE49-F238E27FC236}">
                  <a16:creationId xmlns:a16="http://schemas.microsoft.com/office/drawing/2014/main" id="{DAC41591-13BB-4F0B-B88F-5E7D8E585DE7}"/>
                </a:ext>
              </a:extLst>
            </p:cNvPr>
            <p:cNvSpPr/>
            <p:nvPr/>
          </p:nvSpPr>
          <p:spPr>
            <a:xfrm>
              <a:off x="1147771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2" name="任意多边形: 形状 541">
              <a:extLst>
                <a:ext uri="{FF2B5EF4-FFF2-40B4-BE49-F238E27FC236}">
                  <a16:creationId xmlns:a16="http://schemas.microsoft.com/office/drawing/2014/main" id="{3C035739-DB95-4118-A250-3325893DB65D}"/>
                </a:ext>
              </a:extLst>
            </p:cNvPr>
            <p:cNvSpPr/>
            <p:nvPr/>
          </p:nvSpPr>
          <p:spPr>
            <a:xfrm>
              <a:off x="11559224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3" name="任意多边形: 形状 542">
              <a:extLst>
                <a:ext uri="{FF2B5EF4-FFF2-40B4-BE49-F238E27FC236}">
                  <a16:creationId xmlns:a16="http://schemas.microsoft.com/office/drawing/2014/main" id="{97D9DC1E-666C-48D1-83C9-C74BAE10F27D}"/>
                </a:ext>
              </a:extLst>
            </p:cNvPr>
            <p:cNvSpPr/>
            <p:nvPr/>
          </p:nvSpPr>
          <p:spPr>
            <a:xfrm>
              <a:off x="1155922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4" name="任意多边形: 形状 543">
              <a:extLst>
                <a:ext uri="{FF2B5EF4-FFF2-40B4-BE49-F238E27FC236}">
                  <a16:creationId xmlns:a16="http://schemas.microsoft.com/office/drawing/2014/main" id="{5F10C10F-E9DC-4BEC-A43A-49203938AAD6}"/>
                </a:ext>
              </a:extLst>
            </p:cNvPr>
            <p:cNvSpPr/>
            <p:nvPr/>
          </p:nvSpPr>
          <p:spPr>
            <a:xfrm>
              <a:off x="1155922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5" name="任意多边形: 形状 544">
              <a:extLst>
                <a:ext uri="{FF2B5EF4-FFF2-40B4-BE49-F238E27FC236}">
                  <a16:creationId xmlns:a16="http://schemas.microsoft.com/office/drawing/2014/main" id="{1D5A6F92-495E-45F9-AD75-8B52C76D877B}"/>
                </a:ext>
              </a:extLst>
            </p:cNvPr>
            <p:cNvSpPr/>
            <p:nvPr/>
          </p:nvSpPr>
          <p:spPr>
            <a:xfrm>
              <a:off x="11640156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6" name="任意多边形: 形状 545">
              <a:extLst>
                <a:ext uri="{FF2B5EF4-FFF2-40B4-BE49-F238E27FC236}">
                  <a16:creationId xmlns:a16="http://schemas.microsoft.com/office/drawing/2014/main" id="{28A8A02C-71B9-482C-B102-9B1DCAE7E076}"/>
                </a:ext>
              </a:extLst>
            </p:cNvPr>
            <p:cNvSpPr/>
            <p:nvPr/>
          </p:nvSpPr>
          <p:spPr>
            <a:xfrm>
              <a:off x="11640156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7" name="任意多边形: 形状 546">
              <a:extLst>
                <a:ext uri="{FF2B5EF4-FFF2-40B4-BE49-F238E27FC236}">
                  <a16:creationId xmlns:a16="http://schemas.microsoft.com/office/drawing/2014/main" id="{A00F0717-1E59-4597-9D2A-47A718A702EB}"/>
                </a:ext>
              </a:extLst>
            </p:cNvPr>
            <p:cNvSpPr/>
            <p:nvPr/>
          </p:nvSpPr>
          <p:spPr>
            <a:xfrm>
              <a:off x="11640156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8" name="任意多边形: 形状 547">
              <a:extLst>
                <a:ext uri="{FF2B5EF4-FFF2-40B4-BE49-F238E27FC236}">
                  <a16:creationId xmlns:a16="http://schemas.microsoft.com/office/drawing/2014/main" id="{4579A8DE-DC04-4826-B952-F715C7E611D9}"/>
                </a:ext>
              </a:extLst>
            </p:cNvPr>
            <p:cNvSpPr/>
            <p:nvPr/>
          </p:nvSpPr>
          <p:spPr>
            <a:xfrm>
              <a:off x="11723905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9" name="任意多边形: 形状 548">
              <a:extLst>
                <a:ext uri="{FF2B5EF4-FFF2-40B4-BE49-F238E27FC236}">
                  <a16:creationId xmlns:a16="http://schemas.microsoft.com/office/drawing/2014/main" id="{A9A31B4D-2A07-4ADD-BEAA-BE974AEC4FDC}"/>
                </a:ext>
              </a:extLst>
            </p:cNvPr>
            <p:cNvSpPr/>
            <p:nvPr/>
          </p:nvSpPr>
          <p:spPr>
            <a:xfrm>
              <a:off x="11723905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0" name="任意多边形: 形状 549">
              <a:extLst>
                <a:ext uri="{FF2B5EF4-FFF2-40B4-BE49-F238E27FC236}">
                  <a16:creationId xmlns:a16="http://schemas.microsoft.com/office/drawing/2014/main" id="{69435409-225D-4460-8C9D-D19D8FA08B94}"/>
                </a:ext>
              </a:extLst>
            </p:cNvPr>
            <p:cNvSpPr/>
            <p:nvPr/>
          </p:nvSpPr>
          <p:spPr>
            <a:xfrm>
              <a:off x="11723905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1" name="任意多边形: 形状 550">
              <a:extLst>
                <a:ext uri="{FF2B5EF4-FFF2-40B4-BE49-F238E27FC236}">
                  <a16:creationId xmlns:a16="http://schemas.microsoft.com/office/drawing/2014/main" id="{DCE2F95B-1DBF-43B2-A475-FD2310C675D2}"/>
                </a:ext>
              </a:extLst>
            </p:cNvPr>
            <p:cNvSpPr/>
            <p:nvPr/>
          </p:nvSpPr>
          <p:spPr>
            <a:xfrm>
              <a:off x="10256400" y="359849"/>
              <a:ext cx="1559661" cy="525751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552" name="任意多边形: 形状 551">
              <a:extLst>
                <a:ext uri="{FF2B5EF4-FFF2-40B4-BE49-F238E27FC236}">
                  <a16:creationId xmlns:a16="http://schemas.microsoft.com/office/drawing/2014/main" id="{25BF110E-59B4-45FE-8862-97F37A050224}"/>
                </a:ext>
              </a:extLst>
            </p:cNvPr>
            <p:cNvSpPr/>
            <p:nvPr/>
          </p:nvSpPr>
          <p:spPr>
            <a:xfrm>
              <a:off x="10751082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3" name="任意多边形: 形状 552">
              <a:extLst>
                <a:ext uri="{FF2B5EF4-FFF2-40B4-BE49-F238E27FC236}">
                  <a16:creationId xmlns:a16="http://schemas.microsoft.com/office/drawing/2014/main" id="{6945EDB4-991C-48F7-8992-14FB852E04DF}"/>
                </a:ext>
              </a:extLst>
            </p:cNvPr>
            <p:cNvSpPr/>
            <p:nvPr/>
          </p:nvSpPr>
          <p:spPr>
            <a:xfrm>
              <a:off x="10746025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4" name="任意多边形: 形状 553">
              <a:extLst>
                <a:ext uri="{FF2B5EF4-FFF2-40B4-BE49-F238E27FC236}">
                  <a16:creationId xmlns:a16="http://schemas.microsoft.com/office/drawing/2014/main" id="{222CBFFD-EAB7-488D-B934-40076E2E1DA9}"/>
                </a:ext>
              </a:extLst>
            </p:cNvPr>
            <p:cNvSpPr/>
            <p:nvPr/>
          </p:nvSpPr>
          <p:spPr>
            <a:xfrm>
              <a:off x="10751066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5" name="任意多边形: 形状 554">
              <a:extLst>
                <a:ext uri="{FF2B5EF4-FFF2-40B4-BE49-F238E27FC236}">
                  <a16:creationId xmlns:a16="http://schemas.microsoft.com/office/drawing/2014/main" id="{A128F37B-7231-4CB0-9150-6E0703E24524}"/>
                </a:ext>
              </a:extLst>
            </p:cNvPr>
            <p:cNvSpPr/>
            <p:nvPr/>
          </p:nvSpPr>
          <p:spPr>
            <a:xfrm>
              <a:off x="10646498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6" name="任意多边形: 形状 555">
              <a:extLst>
                <a:ext uri="{FF2B5EF4-FFF2-40B4-BE49-F238E27FC236}">
                  <a16:creationId xmlns:a16="http://schemas.microsoft.com/office/drawing/2014/main" id="{5963A200-DCE9-4416-8ECD-646982742104}"/>
                </a:ext>
              </a:extLst>
            </p:cNvPr>
            <p:cNvSpPr/>
            <p:nvPr/>
          </p:nvSpPr>
          <p:spPr>
            <a:xfrm>
              <a:off x="10646498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7" name="任意多边形: 形状 556">
              <a:extLst>
                <a:ext uri="{FF2B5EF4-FFF2-40B4-BE49-F238E27FC236}">
                  <a16:creationId xmlns:a16="http://schemas.microsoft.com/office/drawing/2014/main" id="{E99B4A8D-EB77-451D-82AF-A308D6A6FE8E}"/>
                </a:ext>
              </a:extLst>
            </p:cNvPr>
            <p:cNvSpPr/>
            <p:nvPr/>
          </p:nvSpPr>
          <p:spPr>
            <a:xfrm>
              <a:off x="1056555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8" name="任意多边形: 形状 557">
              <a:extLst>
                <a:ext uri="{FF2B5EF4-FFF2-40B4-BE49-F238E27FC236}">
                  <a16:creationId xmlns:a16="http://schemas.microsoft.com/office/drawing/2014/main" id="{837F18FC-A245-470A-A98D-BDD6FD63B667}"/>
                </a:ext>
              </a:extLst>
            </p:cNvPr>
            <p:cNvSpPr/>
            <p:nvPr/>
          </p:nvSpPr>
          <p:spPr>
            <a:xfrm>
              <a:off x="1056555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9" name="任意多边形: 形状 558">
              <a:extLst>
                <a:ext uri="{FF2B5EF4-FFF2-40B4-BE49-F238E27FC236}">
                  <a16:creationId xmlns:a16="http://schemas.microsoft.com/office/drawing/2014/main" id="{F0601F7A-0C83-4D9A-9F41-3FFE3420E651}"/>
                </a:ext>
              </a:extLst>
            </p:cNvPr>
            <p:cNvSpPr/>
            <p:nvPr/>
          </p:nvSpPr>
          <p:spPr>
            <a:xfrm>
              <a:off x="10484041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0" name="任意多边形: 形状 559">
              <a:extLst>
                <a:ext uri="{FF2B5EF4-FFF2-40B4-BE49-F238E27FC236}">
                  <a16:creationId xmlns:a16="http://schemas.microsoft.com/office/drawing/2014/main" id="{763D0AD5-4D6A-487B-A9E4-BA83E4EAD89F}"/>
                </a:ext>
              </a:extLst>
            </p:cNvPr>
            <p:cNvSpPr/>
            <p:nvPr/>
          </p:nvSpPr>
          <p:spPr>
            <a:xfrm>
              <a:off x="1048404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1" name="任意多边形: 形状 560">
              <a:extLst>
                <a:ext uri="{FF2B5EF4-FFF2-40B4-BE49-F238E27FC236}">
                  <a16:creationId xmlns:a16="http://schemas.microsoft.com/office/drawing/2014/main" id="{6571C446-2F68-4FAA-A8A9-14494FC1DFF9}"/>
                </a:ext>
              </a:extLst>
            </p:cNvPr>
            <p:cNvSpPr/>
            <p:nvPr/>
          </p:nvSpPr>
          <p:spPr>
            <a:xfrm>
              <a:off x="1048404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2" name="任意多边形: 形状 561">
              <a:extLst>
                <a:ext uri="{FF2B5EF4-FFF2-40B4-BE49-F238E27FC236}">
                  <a16:creationId xmlns:a16="http://schemas.microsoft.com/office/drawing/2014/main" id="{AAE02383-6198-4945-A102-EC15F297CB91}"/>
                </a:ext>
              </a:extLst>
            </p:cNvPr>
            <p:cNvSpPr/>
            <p:nvPr/>
          </p:nvSpPr>
          <p:spPr>
            <a:xfrm>
              <a:off x="10403109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3" name="任意多边形: 形状 562">
              <a:extLst>
                <a:ext uri="{FF2B5EF4-FFF2-40B4-BE49-F238E27FC236}">
                  <a16:creationId xmlns:a16="http://schemas.microsoft.com/office/drawing/2014/main" id="{30C0C28E-013E-4F49-BC2C-999FA0C19ADC}"/>
                </a:ext>
              </a:extLst>
            </p:cNvPr>
            <p:cNvSpPr/>
            <p:nvPr/>
          </p:nvSpPr>
          <p:spPr>
            <a:xfrm>
              <a:off x="10403109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4" name="任意多边形: 形状 563">
              <a:extLst>
                <a:ext uri="{FF2B5EF4-FFF2-40B4-BE49-F238E27FC236}">
                  <a16:creationId xmlns:a16="http://schemas.microsoft.com/office/drawing/2014/main" id="{FA75A3D0-1E4E-4F80-8381-2DA68C34B771}"/>
                </a:ext>
              </a:extLst>
            </p:cNvPr>
            <p:cNvSpPr/>
            <p:nvPr/>
          </p:nvSpPr>
          <p:spPr>
            <a:xfrm>
              <a:off x="10403109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5" name="任意多边形: 形状 564">
              <a:extLst>
                <a:ext uri="{FF2B5EF4-FFF2-40B4-BE49-F238E27FC236}">
                  <a16:creationId xmlns:a16="http://schemas.microsoft.com/office/drawing/2014/main" id="{A5AF111D-E514-43DC-B72B-AC35592E8122}"/>
                </a:ext>
              </a:extLst>
            </p:cNvPr>
            <p:cNvSpPr/>
            <p:nvPr/>
          </p:nvSpPr>
          <p:spPr>
            <a:xfrm>
              <a:off x="10319360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6" name="任意多边形: 形状 565">
              <a:extLst>
                <a:ext uri="{FF2B5EF4-FFF2-40B4-BE49-F238E27FC236}">
                  <a16:creationId xmlns:a16="http://schemas.microsoft.com/office/drawing/2014/main" id="{73B85F38-BFE5-401F-9683-DC242C9DB759}"/>
                </a:ext>
              </a:extLst>
            </p:cNvPr>
            <p:cNvSpPr/>
            <p:nvPr/>
          </p:nvSpPr>
          <p:spPr>
            <a:xfrm>
              <a:off x="10319360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7" name="任意多边形: 形状 566">
              <a:extLst>
                <a:ext uri="{FF2B5EF4-FFF2-40B4-BE49-F238E27FC236}">
                  <a16:creationId xmlns:a16="http://schemas.microsoft.com/office/drawing/2014/main" id="{5C286F0B-D7B2-4C99-B8A3-038862774B45}"/>
                </a:ext>
              </a:extLst>
            </p:cNvPr>
            <p:cNvSpPr/>
            <p:nvPr/>
          </p:nvSpPr>
          <p:spPr>
            <a:xfrm>
              <a:off x="10319360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8" name="任意多边形: 形状 567">
              <a:extLst>
                <a:ext uri="{FF2B5EF4-FFF2-40B4-BE49-F238E27FC236}">
                  <a16:creationId xmlns:a16="http://schemas.microsoft.com/office/drawing/2014/main" id="{D3F8E68C-EB8C-40F2-89BF-647330C02CD9}"/>
                </a:ext>
              </a:extLst>
            </p:cNvPr>
            <p:cNvSpPr/>
            <p:nvPr/>
          </p:nvSpPr>
          <p:spPr>
            <a:xfrm>
              <a:off x="10847715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9" name="任意多边形: 形状 568">
              <a:extLst>
                <a:ext uri="{FF2B5EF4-FFF2-40B4-BE49-F238E27FC236}">
                  <a16:creationId xmlns:a16="http://schemas.microsoft.com/office/drawing/2014/main" id="{89D64B12-E0B1-40B1-8A33-24F78B9D57B7}"/>
                </a:ext>
              </a:extLst>
            </p:cNvPr>
            <p:cNvSpPr/>
            <p:nvPr/>
          </p:nvSpPr>
          <p:spPr>
            <a:xfrm>
              <a:off x="10847715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0" name="任意多边形: 形状 569">
              <a:extLst>
                <a:ext uri="{FF2B5EF4-FFF2-40B4-BE49-F238E27FC236}">
                  <a16:creationId xmlns:a16="http://schemas.microsoft.com/office/drawing/2014/main" id="{2D59128D-51B0-4EF9-B115-5C4913D3A5F1}"/>
                </a:ext>
              </a:extLst>
            </p:cNvPr>
            <p:cNvSpPr/>
            <p:nvPr/>
          </p:nvSpPr>
          <p:spPr>
            <a:xfrm>
              <a:off x="109082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1" name="任意多边形: 形状 570">
              <a:extLst>
                <a:ext uri="{FF2B5EF4-FFF2-40B4-BE49-F238E27FC236}">
                  <a16:creationId xmlns:a16="http://schemas.microsoft.com/office/drawing/2014/main" id="{FAF496F2-DAD9-487F-A055-7A634E3065BE}"/>
                </a:ext>
              </a:extLst>
            </p:cNvPr>
            <p:cNvSpPr/>
            <p:nvPr/>
          </p:nvSpPr>
          <p:spPr>
            <a:xfrm>
              <a:off x="109082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2" name="任意多边形: 形状 571">
              <a:extLst>
                <a:ext uri="{FF2B5EF4-FFF2-40B4-BE49-F238E27FC236}">
                  <a16:creationId xmlns:a16="http://schemas.microsoft.com/office/drawing/2014/main" id="{72C34A17-6146-4F50-A37D-6C31CB54FD5C}"/>
                </a:ext>
              </a:extLst>
            </p:cNvPr>
            <p:cNvSpPr/>
            <p:nvPr/>
          </p:nvSpPr>
          <p:spPr>
            <a:xfrm>
              <a:off x="109453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3" name="任意多边形: 形状 572">
              <a:extLst>
                <a:ext uri="{FF2B5EF4-FFF2-40B4-BE49-F238E27FC236}">
                  <a16:creationId xmlns:a16="http://schemas.microsoft.com/office/drawing/2014/main" id="{FBA28084-043D-4B34-BB12-CB0D6F632327}"/>
                </a:ext>
              </a:extLst>
            </p:cNvPr>
            <p:cNvSpPr/>
            <p:nvPr/>
          </p:nvSpPr>
          <p:spPr>
            <a:xfrm>
              <a:off x="109453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4" name="任意多边形: 形状 573">
              <a:extLst>
                <a:ext uri="{FF2B5EF4-FFF2-40B4-BE49-F238E27FC236}">
                  <a16:creationId xmlns:a16="http://schemas.microsoft.com/office/drawing/2014/main" id="{CE49CD42-8491-4321-929C-CA2771AD51CB}"/>
                </a:ext>
              </a:extLst>
            </p:cNvPr>
            <p:cNvSpPr/>
            <p:nvPr/>
          </p:nvSpPr>
          <p:spPr>
            <a:xfrm>
              <a:off x="110998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5" name="任意多边形: 形状 574">
              <a:extLst>
                <a:ext uri="{FF2B5EF4-FFF2-40B4-BE49-F238E27FC236}">
                  <a16:creationId xmlns:a16="http://schemas.microsoft.com/office/drawing/2014/main" id="{C71FBBF1-332F-4896-889F-4B6CF0262CF0}"/>
                </a:ext>
              </a:extLst>
            </p:cNvPr>
            <p:cNvSpPr/>
            <p:nvPr/>
          </p:nvSpPr>
          <p:spPr>
            <a:xfrm>
              <a:off x="110998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6" name="任意多边形: 形状 575">
              <a:extLst>
                <a:ext uri="{FF2B5EF4-FFF2-40B4-BE49-F238E27FC236}">
                  <a16:creationId xmlns:a16="http://schemas.microsoft.com/office/drawing/2014/main" id="{945F7C59-208B-48AA-A4B1-C366BE3CA3D4}"/>
                </a:ext>
              </a:extLst>
            </p:cNvPr>
            <p:cNvSpPr/>
            <p:nvPr/>
          </p:nvSpPr>
          <p:spPr>
            <a:xfrm>
              <a:off x="111369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7" name="任意多边形: 形状 576">
              <a:extLst>
                <a:ext uri="{FF2B5EF4-FFF2-40B4-BE49-F238E27FC236}">
                  <a16:creationId xmlns:a16="http://schemas.microsoft.com/office/drawing/2014/main" id="{EF6026F2-E41C-4132-92B3-FCFD7567D71F}"/>
                </a:ext>
              </a:extLst>
            </p:cNvPr>
            <p:cNvSpPr/>
            <p:nvPr/>
          </p:nvSpPr>
          <p:spPr>
            <a:xfrm>
              <a:off x="111369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507" name="组合 506">
              <a:extLst>
                <a:ext uri="{FF2B5EF4-FFF2-40B4-BE49-F238E27FC236}">
                  <a16:creationId xmlns:a16="http://schemas.microsoft.com/office/drawing/2014/main" id="{907C43AB-FC2D-4B24-A734-8154F0DE2B8D}"/>
                </a:ext>
              </a:extLst>
            </p:cNvPr>
            <p:cNvGrpSpPr/>
            <p:nvPr userDrawn="1"/>
          </p:nvGrpSpPr>
          <p:grpSpPr>
            <a:xfrm>
              <a:off x="10849870" y="781250"/>
              <a:ext cx="499897" cy="82339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517" name="任意多边形: 形状 516">
                <a:extLst>
                  <a:ext uri="{FF2B5EF4-FFF2-40B4-BE49-F238E27FC236}">
                    <a16:creationId xmlns:a16="http://schemas.microsoft.com/office/drawing/2014/main" id="{1CF9C090-3D93-42BE-A253-F86D76A31C67}"/>
                  </a:ext>
                </a:extLst>
              </p:cNvPr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8" name="任意多边形: 形状 517">
                <a:extLst>
                  <a:ext uri="{FF2B5EF4-FFF2-40B4-BE49-F238E27FC236}">
                    <a16:creationId xmlns:a16="http://schemas.microsoft.com/office/drawing/2014/main" id="{02452F0F-AB8F-4501-AA1D-D9F2CBFD0948}"/>
                  </a:ext>
                </a:extLst>
              </p:cNvPr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9" name="任意多边形: 形状 518">
                <a:extLst>
                  <a:ext uri="{FF2B5EF4-FFF2-40B4-BE49-F238E27FC236}">
                    <a16:creationId xmlns:a16="http://schemas.microsoft.com/office/drawing/2014/main" id="{23B55FB1-D0FB-4417-91A4-1A356160E4FE}"/>
                  </a:ext>
                </a:extLst>
              </p:cNvPr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0" name="任意多边形: 形状 519">
                <a:extLst>
                  <a:ext uri="{FF2B5EF4-FFF2-40B4-BE49-F238E27FC236}">
                    <a16:creationId xmlns:a16="http://schemas.microsoft.com/office/drawing/2014/main" id="{29FB7EE8-E2A6-4307-A394-CFA6A4A625BE}"/>
                  </a:ext>
                </a:extLst>
              </p:cNvPr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1" name="任意多边形: 形状 520">
                <a:extLst>
                  <a:ext uri="{FF2B5EF4-FFF2-40B4-BE49-F238E27FC236}">
                    <a16:creationId xmlns:a16="http://schemas.microsoft.com/office/drawing/2014/main" id="{8958813A-A7D6-4BE0-9FC4-4E6D57D21727}"/>
                  </a:ext>
                </a:extLst>
              </p:cNvPr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2" name="任意多边形: 形状 521">
                <a:extLst>
                  <a:ext uri="{FF2B5EF4-FFF2-40B4-BE49-F238E27FC236}">
                    <a16:creationId xmlns:a16="http://schemas.microsoft.com/office/drawing/2014/main" id="{48F8DAA0-A07C-43BF-9666-714FE0A7C790}"/>
                  </a:ext>
                </a:extLst>
              </p:cNvPr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3" name="任意多边形: 形状 522">
                <a:extLst>
                  <a:ext uri="{FF2B5EF4-FFF2-40B4-BE49-F238E27FC236}">
                    <a16:creationId xmlns:a16="http://schemas.microsoft.com/office/drawing/2014/main" id="{357076D6-5E52-4A2C-9850-F1E98ECCA701}"/>
                  </a:ext>
                </a:extLst>
              </p:cNvPr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4" name="任意多边形: 形状 523">
                <a:extLst>
                  <a:ext uri="{FF2B5EF4-FFF2-40B4-BE49-F238E27FC236}">
                    <a16:creationId xmlns:a16="http://schemas.microsoft.com/office/drawing/2014/main" id="{BD69BE53-D5AD-4157-BBE7-33C1CBF502F8}"/>
                  </a:ext>
                </a:extLst>
              </p:cNvPr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5" name="任意多边形: 形状 524">
                <a:extLst>
                  <a:ext uri="{FF2B5EF4-FFF2-40B4-BE49-F238E27FC236}">
                    <a16:creationId xmlns:a16="http://schemas.microsoft.com/office/drawing/2014/main" id="{061FF701-0F54-428D-BFF5-975525DAC183}"/>
                  </a:ext>
                </a:extLst>
              </p:cNvPr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6" name="任意多边形: 形状 525">
                <a:extLst>
                  <a:ext uri="{FF2B5EF4-FFF2-40B4-BE49-F238E27FC236}">
                    <a16:creationId xmlns:a16="http://schemas.microsoft.com/office/drawing/2014/main" id="{20D3E536-2116-49FB-9E90-5FDF495DDBB8}"/>
                  </a:ext>
                </a:extLst>
              </p:cNvPr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7" name="任意多边形: 形状 526">
                <a:extLst>
                  <a:ext uri="{FF2B5EF4-FFF2-40B4-BE49-F238E27FC236}">
                    <a16:creationId xmlns:a16="http://schemas.microsoft.com/office/drawing/2014/main" id="{0DEE6C93-1D8D-4ABB-9B95-815E41A1D73A}"/>
                  </a:ext>
                </a:extLst>
              </p:cNvPr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08" name="组合 507">
              <a:extLst>
                <a:ext uri="{FF2B5EF4-FFF2-40B4-BE49-F238E27FC236}">
                  <a16:creationId xmlns:a16="http://schemas.microsoft.com/office/drawing/2014/main" id="{DE729EA9-B725-48F6-ACAF-EABC4F5DBF0D}"/>
                </a:ext>
              </a:extLst>
            </p:cNvPr>
            <p:cNvGrpSpPr/>
            <p:nvPr userDrawn="1"/>
          </p:nvGrpSpPr>
          <p:grpSpPr>
            <a:xfrm>
              <a:off x="10722573" y="772621"/>
              <a:ext cx="103499" cy="99596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509" name="任意多边形: 形状 508">
                <a:extLst>
                  <a:ext uri="{FF2B5EF4-FFF2-40B4-BE49-F238E27FC236}">
                    <a16:creationId xmlns:a16="http://schemas.microsoft.com/office/drawing/2014/main" id="{648C7313-2B74-4B5E-8E0A-324D81E3266B}"/>
                  </a:ext>
                </a:extLst>
              </p:cNvPr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0" name="任意多边形: 形状 509">
                <a:extLst>
                  <a:ext uri="{FF2B5EF4-FFF2-40B4-BE49-F238E27FC236}">
                    <a16:creationId xmlns:a16="http://schemas.microsoft.com/office/drawing/2014/main" id="{AB9D272F-6FBA-4CF6-9A40-D64BE2C0CDEB}"/>
                  </a:ext>
                </a:extLst>
              </p:cNvPr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1" name="任意多边形: 形状 510">
                <a:extLst>
                  <a:ext uri="{FF2B5EF4-FFF2-40B4-BE49-F238E27FC236}">
                    <a16:creationId xmlns:a16="http://schemas.microsoft.com/office/drawing/2014/main" id="{582D45C0-E34E-4707-B4E5-65ECB5ED3C67}"/>
                  </a:ext>
                </a:extLst>
              </p:cNvPr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2" name="任意多边形: 形状 511">
                <a:extLst>
                  <a:ext uri="{FF2B5EF4-FFF2-40B4-BE49-F238E27FC236}">
                    <a16:creationId xmlns:a16="http://schemas.microsoft.com/office/drawing/2014/main" id="{AD51A686-63D8-42F4-8215-39F2B7A563DD}"/>
                  </a:ext>
                </a:extLst>
              </p:cNvPr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3" name="任意多边形: 形状 512">
                <a:extLst>
                  <a:ext uri="{FF2B5EF4-FFF2-40B4-BE49-F238E27FC236}">
                    <a16:creationId xmlns:a16="http://schemas.microsoft.com/office/drawing/2014/main" id="{6EABF230-D00D-4933-BC4E-CFFB92CA221F}"/>
                  </a:ext>
                </a:extLst>
              </p:cNvPr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4" name="任意多边形: 形状 513">
                <a:extLst>
                  <a:ext uri="{FF2B5EF4-FFF2-40B4-BE49-F238E27FC236}">
                    <a16:creationId xmlns:a16="http://schemas.microsoft.com/office/drawing/2014/main" id="{878939B3-C469-4BCE-8299-CFD4D4AEB1AB}"/>
                  </a:ext>
                </a:extLst>
              </p:cNvPr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5" name="任意多边形: 形状 514">
                <a:extLst>
                  <a:ext uri="{FF2B5EF4-FFF2-40B4-BE49-F238E27FC236}">
                    <a16:creationId xmlns:a16="http://schemas.microsoft.com/office/drawing/2014/main" id="{E94859F2-7A3D-443D-8DE5-9DA6EBE457A8}"/>
                  </a:ext>
                </a:extLst>
              </p:cNvPr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6" name="任意多边形: 形状 515">
                <a:extLst>
                  <a:ext uri="{FF2B5EF4-FFF2-40B4-BE49-F238E27FC236}">
                    <a16:creationId xmlns:a16="http://schemas.microsoft.com/office/drawing/2014/main" id="{5115AE61-ACAF-44D3-85EA-8C9D40D728FF}"/>
                  </a:ext>
                </a:extLst>
              </p:cNvPr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14" name="任意多边形: 形状 713">
              <a:extLst>
                <a:ext uri="{FF2B5EF4-FFF2-40B4-BE49-F238E27FC236}">
                  <a16:creationId xmlns:a16="http://schemas.microsoft.com/office/drawing/2014/main" id="{15D2602F-6543-45D8-8480-D823F30CA738}"/>
                </a:ext>
              </a:extLst>
            </p:cNvPr>
            <p:cNvSpPr/>
            <p:nvPr userDrawn="1"/>
          </p:nvSpPr>
          <p:spPr>
            <a:xfrm>
              <a:off x="10799270" y="252000"/>
              <a:ext cx="473317" cy="97801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86675602"/>
      </p:ext>
    </p:extLst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标题 11">
            <a:extLst>
              <a:ext uri="{FF2B5EF4-FFF2-40B4-BE49-F238E27FC236}">
                <a16:creationId xmlns:a16="http://schemas.microsoft.com/office/drawing/2014/main" id="{B751A2AD-C679-48C2-AFF3-1AB781A3D0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9" name="Group 12_1_1_1_1_1_1">
            <a:extLst>
              <a:ext uri="{FF2B5EF4-FFF2-40B4-BE49-F238E27FC236}">
                <a16:creationId xmlns:a16="http://schemas.microsoft.com/office/drawing/2014/main" id="{709F46BA-3CBD-4EFC-B9FE-472218D3EA69}"/>
              </a:ext>
            </a:extLst>
          </p:cNvPr>
          <p:cNvGrpSpPr/>
          <p:nvPr userDrawn="1"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C124E65C-15A7-4CDD-B6C1-F3BD42429347}"/>
                </a:ext>
              </a:extLst>
            </p:cNvPr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6FFCC3B1-8626-4BA0-9FB5-E20833D7A6E0}"/>
                </a:ext>
              </a:extLst>
            </p:cNvPr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14CD6F1A-AEC2-4AB5-A6F0-4D8498D08F14}"/>
                </a:ext>
              </a:extLst>
            </p:cNvPr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8DBDFE77-A3D5-4DD9-A754-6A845EFA14D1}"/>
                </a:ext>
              </a:extLst>
            </p:cNvPr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4CFFC24E-68A2-4089-B30D-D340EFE146B5}"/>
                </a:ext>
              </a:extLst>
            </p:cNvPr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" name="任意多边形: 形状 15">
              <a:extLst>
                <a:ext uri="{FF2B5EF4-FFF2-40B4-BE49-F238E27FC236}">
                  <a16:creationId xmlns:a16="http://schemas.microsoft.com/office/drawing/2014/main" id="{E7CAABBD-7657-40D6-9E89-EBD5D6DFF049}"/>
                </a:ext>
              </a:extLst>
            </p:cNvPr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2B11F053-C05F-4DF3-994A-12C8CAEA3DC2}"/>
                </a:ext>
              </a:extLst>
            </p:cNvPr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56A35C52-7293-4F6E-8E84-F1EEF5312A7C}"/>
                </a:ext>
              </a:extLst>
            </p:cNvPr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C403C00A-C524-4808-B933-EA2991866DFE}"/>
                </a:ext>
              </a:extLst>
            </p:cNvPr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04512E7B-C273-4B08-BDB0-5950E7DB1BC0}"/>
                </a:ext>
              </a:extLst>
            </p:cNvPr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62642557-5488-4AC0-9F3B-C55DED313FB9}"/>
                </a:ext>
              </a:extLst>
            </p:cNvPr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" name="任意多边形: 形状 21">
              <a:extLst>
                <a:ext uri="{FF2B5EF4-FFF2-40B4-BE49-F238E27FC236}">
                  <a16:creationId xmlns:a16="http://schemas.microsoft.com/office/drawing/2014/main" id="{73E272BE-8076-4F07-9FAD-0E7DF260FA03}"/>
                </a:ext>
              </a:extLst>
            </p:cNvPr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34B1C8AC-5722-4CA8-B4CC-724B249F0A17}"/>
                </a:ext>
              </a:extLst>
            </p:cNvPr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4D647695-B25F-4024-BAC6-010B84AFE2E6}"/>
                </a:ext>
              </a:extLst>
            </p:cNvPr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38A2326E-2D06-4869-ACE9-BAD90C16162F}"/>
                </a:ext>
              </a:extLst>
            </p:cNvPr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0DFDA3CF-B8AC-40D3-8C36-4EA0864B779F}"/>
                </a:ext>
              </a:extLst>
            </p:cNvPr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43F250CF-2327-462E-81C3-801650788311}"/>
                </a:ext>
              </a:extLst>
            </p:cNvPr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F360FC0E-85B6-4830-8E8A-E6FACF5E0648}"/>
                </a:ext>
              </a:extLst>
            </p:cNvPr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" name="任意多边形: 形状 29">
              <a:extLst>
                <a:ext uri="{FF2B5EF4-FFF2-40B4-BE49-F238E27FC236}">
                  <a16:creationId xmlns:a16="http://schemas.microsoft.com/office/drawing/2014/main" id="{AC2792F3-D06E-4840-80C2-9386A8BC056B}"/>
                </a:ext>
              </a:extLst>
            </p:cNvPr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4D4F6BBD-BA46-4F8F-9AF6-8751432B5351}"/>
                </a:ext>
              </a:extLst>
            </p:cNvPr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FAA48B6E-D014-4565-9B09-2E4AD6E31CD4}"/>
                </a:ext>
              </a:extLst>
            </p:cNvPr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CD02B1B3-2B02-402D-98E2-E64B6145F8FA}"/>
                </a:ext>
              </a:extLst>
            </p:cNvPr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2B2D4790-2A48-41D3-BD1C-DC9E9B502A1E}"/>
                </a:ext>
              </a:extLst>
            </p:cNvPr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7F0DBA37-0E72-4FE6-B0D8-B243CF70847B}"/>
                </a:ext>
              </a:extLst>
            </p:cNvPr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6CD0A8CA-47A5-4E3E-BD3F-7CC7C1DB79B8}"/>
                </a:ext>
              </a:extLst>
            </p:cNvPr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AB75EEF8-3592-46C1-8C7C-0408F8283E23}"/>
                </a:ext>
              </a:extLst>
            </p:cNvPr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3E316971-B731-48AE-9DC2-6CC144AAB7E8}"/>
                </a:ext>
              </a:extLst>
            </p:cNvPr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3C60429C-6A27-4305-84C7-A426F9879A18}"/>
                </a:ext>
              </a:extLst>
            </p:cNvPr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" name="任意多边形: 形状 39">
              <a:extLst>
                <a:ext uri="{FF2B5EF4-FFF2-40B4-BE49-F238E27FC236}">
                  <a16:creationId xmlns:a16="http://schemas.microsoft.com/office/drawing/2014/main" id="{D42B7ED8-329B-4A06-A001-3104726016AB}"/>
                </a:ext>
              </a:extLst>
            </p:cNvPr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046B49EB-6A2B-486C-AF9E-8CAF6ABFD3B5}"/>
                </a:ext>
              </a:extLst>
            </p:cNvPr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AD7E3D00-E9EC-4B7B-833E-ACBA91C6E637}"/>
                </a:ext>
              </a:extLst>
            </p:cNvPr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4264AF9F-0EAB-467E-A544-7A8D5DB72374}"/>
                </a:ext>
              </a:extLst>
            </p:cNvPr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EA6A2006-FE10-403E-A166-E682A887FE8B}"/>
                </a:ext>
              </a:extLst>
            </p:cNvPr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AFE0634E-BE3D-48E8-816D-6703AFEFB289}"/>
                </a:ext>
              </a:extLst>
            </p:cNvPr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386F5519-ACC1-452A-AC6C-6BB98914C305}"/>
                </a:ext>
              </a:extLst>
            </p:cNvPr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5531A8D8-8A2A-45B7-A95F-9D57D602DE0A}"/>
                </a:ext>
              </a:extLst>
            </p:cNvPr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8E01E48E-AA52-4E39-B8DA-DAB30C74FD85}"/>
                </a:ext>
              </a:extLst>
            </p:cNvPr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BB9A1632-8261-4942-A55D-707656B20DF1}"/>
                </a:ext>
              </a:extLst>
            </p:cNvPr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AAFCB450-485A-4D0A-A416-AF8B906F9078}"/>
                </a:ext>
              </a:extLst>
            </p:cNvPr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51" name="Graphic 3_1_1">
              <a:extLst>
                <a:ext uri="{FF2B5EF4-FFF2-40B4-BE49-F238E27FC236}">
                  <a16:creationId xmlns:a16="http://schemas.microsoft.com/office/drawing/2014/main" id="{2A7F4F44-93EA-45EF-80CF-8DBB6736C3E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19357856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0185149" y="863157"/>
            <a:ext cx="168356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组合 243">
            <a:extLst>
              <a:ext uri="{FF2B5EF4-FFF2-40B4-BE49-F238E27FC236}">
                <a16:creationId xmlns:a16="http://schemas.microsoft.com/office/drawing/2014/main" id="{87972F5C-760A-46C9-85D4-907CAEE40D2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256400" y="252000"/>
            <a:ext cx="1559661" cy="633600"/>
            <a:chOff x="2482072" y="1762331"/>
            <a:chExt cx="7225200" cy="2935181"/>
          </a:xfrm>
        </p:grpSpPr>
        <p:sp>
          <p:nvSpPr>
            <p:cNvPr id="245" name="任意多边形: 形状 244">
              <a:extLst>
                <a:ext uri="{FF2B5EF4-FFF2-40B4-BE49-F238E27FC236}">
                  <a16:creationId xmlns:a16="http://schemas.microsoft.com/office/drawing/2014/main" id="{915B1E87-B62D-417B-B4B3-06E0F406B178}"/>
                </a:ext>
              </a:extLst>
            </p:cNvPr>
            <p:cNvSpPr/>
            <p:nvPr/>
          </p:nvSpPr>
          <p:spPr>
            <a:xfrm>
              <a:off x="7941963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6" name="任意多边形: 形状 245">
              <a:extLst>
                <a:ext uri="{FF2B5EF4-FFF2-40B4-BE49-F238E27FC236}">
                  <a16:creationId xmlns:a16="http://schemas.microsoft.com/office/drawing/2014/main" id="{D834F10C-BC95-422F-B2D4-818D06DB0B31}"/>
                </a:ext>
              </a:extLst>
            </p:cNvPr>
            <p:cNvSpPr/>
            <p:nvPr/>
          </p:nvSpPr>
          <p:spPr>
            <a:xfrm>
              <a:off x="7941963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7" name="任意多边形: 形状 246">
              <a:extLst>
                <a:ext uri="{FF2B5EF4-FFF2-40B4-BE49-F238E27FC236}">
                  <a16:creationId xmlns:a16="http://schemas.microsoft.com/office/drawing/2014/main" id="{1C456A72-2569-4724-BEED-DFFA91786489}"/>
                </a:ext>
              </a:extLst>
            </p:cNvPr>
            <p:cNvSpPr/>
            <p:nvPr/>
          </p:nvSpPr>
          <p:spPr>
            <a:xfrm>
              <a:off x="7941963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8" name="任意多边形: 形状 247">
              <a:extLst>
                <a:ext uri="{FF2B5EF4-FFF2-40B4-BE49-F238E27FC236}">
                  <a16:creationId xmlns:a16="http://schemas.microsoft.com/office/drawing/2014/main" id="{1EEF1636-14BA-4D13-A307-FB01D372AC75}"/>
                </a:ext>
              </a:extLst>
            </p:cNvPr>
            <p:cNvSpPr/>
            <p:nvPr/>
          </p:nvSpPr>
          <p:spPr>
            <a:xfrm>
              <a:off x="7941963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9" name="任意多边形: 形状 248">
              <a:extLst>
                <a:ext uri="{FF2B5EF4-FFF2-40B4-BE49-F238E27FC236}">
                  <a16:creationId xmlns:a16="http://schemas.microsoft.com/office/drawing/2014/main" id="{7091A5D0-0204-4AC6-8F80-4D34B685171F}"/>
                </a:ext>
              </a:extLst>
            </p:cNvPr>
            <p:cNvSpPr/>
            <p:nvPr/>
          </p:nvSpPr>
          <p:spPr>
            <a:xfrm>
              <a:off x="7941963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0" name="任意多边形: 形状 249">
              <a:extLst>
                <a:ext uri="{FF2B5EF4-FFF2-40B4-BE49-F238E27FC236}">
                  <a16:creationId xmlns:a16="http://schemas.microsoft.com/office/drawing/2014/main" id="{F642F6C2-39AC-424D-B53A-256CAA4E3351}"/>
                </a:ext>
              </a:extLst>
            </p:cNvPr>
            <p:cNvSpPr/>
            <p:nvPr/>
          </p:nvSpPr>
          <p:spPr>
            <a:xfrm>
              <a:off x="7941963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1" name="任意多边形: 形状 250">
              <a:extLst>
                <a:ext uri="{FF2B5EF4-FFF2-40B4-BE49-F238E27FC236}">
                  <a16:creationId xmlns:a16="http://schemas.microsoft.com/office/drawing/2014/main" id="{655994CA-C00B-494E-A066-B73FFA005637}"/>
                </a:ext>
              </a:extLst>
            </p:cNvPr>
            <p:cNvSpPr/>
            <p:nvPr/>
          </p:nvSpPr>
          <p:spPr>
            <a:xfrm>
              <a:off x="7941963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2" name="任意多边形: 形状 251">
              <a:extLst>
                <a:ext uri="{FF2B5EF4-FFF2-40B4-BE49-F238E27FC236}">
                  <a16:creationId xmlns:a16="http://schemas.microsoft.com/office/drawing/2014/main" id="{D86B6C6A-8524-4824-9FD4-7B5C5BFB5B46}"/>
                </a:ext>
              </a:extLst>
            </p:cNvPr>
            <p:cNvSpPr/>
            <p:nvPr/>
          </p:nvSpPr>
          <p:spPr>
            <a:xfrm>
              <a:off x="7941963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3" name="任意多边形: 形状 252">
              <a:extLst>
                <a:ext uri="{FF2B5EF4-FFF2-40B4-BE49-F238E27FC236}">
                  <a16:creationId xmlns:a16="http://schemas.microsoft.com/office/drawing/2014/main" id="{868622A1-B9CA-4946-9885-7CE2AFBE6E42}"/>
                </a:ext>
              </a:extLst>
            </p:cNvPr>
            <p:cNvSpPr/>
            <p:nvPr/>
          </p:nvSpPr>
          <p:spPr>
            <a:xfrm>
              <a:off x="832210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4" name="任意多边形: 形状 253">
              <a:extLst>
                <a:ext uri="{FF2B5EF4-FFF2-40B4-BE49-F238E27FC236}">
                  <a16:creationId xmlns:a16="http://schemas.microsoft.com/office/drawing/2014/main" id="{6A206BD2-44D1-41CC-8C2C-355E67989D2B}"/>
                </a:ext>
              </a:extLst>
            </p:cNvPr>
            <p:cNvSpPr/>
            <p:nvPr/>
          </p:nvSpPr>
          <p:spPr>
            <a:xfrm>
              <a:off x="832210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5" name="任意多边形: 形状 254">
              <a:extLst>
                <a:ext uri="{FF2B5EF4-FFF2-40B4-BE49-F238E27FC236}">
                  <a16:creationId xmlns:a16="http://schemas.microsoft.com/office/drawing/2014/main" id="{38EB9803-E335-4741-B5C6-01C88ECA1A96}"/>
                </a:ext>
              </a:extLst>
            </p:cNvPr>
            <p:cNvSpPr/>
            <p:nvPr/>
          </p:nvSpPr>
          <p:spPr>
            <a:xfrm>
              <a:off x="832210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6" name="任意多边形: 形状 255">
              <a:extLst>
                <a:ext uri="{FF2B5EF4-FFF2-40B4-BE49-F238E27FC236}">
                  <a16:creationId xmlns:a16="http://schemas.microsoft.com/office/drawing/2014/main" id="{76D75A06-8435-457D-901D-BCD61011C69C}"/>
                </a:ext>
              </a:extLst>
            </p:cNvPr>
            <p:cNvSpPr/>
            <p:nvPr/>
          </p:nvSpPr>
          <p:spPr>
            <a:xfrm>
              <a:off x="832210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7" name="任意多边形: 形状 256">
              <a:extLst>
                <a:ext uri="{FF2B5EF4-FFF2-40B4-BE49-F238E27FC236}">
                  <a16:creationId xmlns:a16="http://schemas.microsoft.com/office/drawing/2014/main" id="{45260087-DF9C-40B2-A01B-52ADC180D079}"/>
                </a:ext>
              </a:extLst>
            </p:cNvPr>
            <p:cNvSpPr/>
            <p:nvPr/>
          </p:nvSpPr>
          <p:spPr>
            <a:xfrm>
              <a:off x="832210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8" name="任意多边形: 形状 257">
              <a:extLst>
                <a:ext uri="{FF2B5EF4-FFF2-40B4-BE49-F238E27FC236}">
                  <a16:creationId xmlns:a16="http://schemas.microsoft.com/office/drawing/2014/main" id="{07793FC1-C6BC-4F66-AA4B-55FF75F83003}"/>
                </a:ext>
              </a:extLst>
            </p:cNvPr>
            <p:cNvSpPr/>
            <p:nvPr/>
          </p:nvSpPr>
          <p:spPr>
            <a:xfrm>
              <a:off x="832210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9" name="任意多边形: 形状 258">
              <a:extLst>
                <a:ext uri="{FF2B5EF4-FFF2-40B4-BE49-F238E27FC236}">
                  <a16:creationId xmlns:a16="http://schemas.microsoft.com/office/drawing/2014/main" id="{11C97DAA-EF9C-4873-987C-CAB5E97B426A}"/>
                </a:ext>
              </a:extLst>
            </p:cNvPr>
            <p:cNvSpPr/>
            <p:nvPr/>
          </p:nvSpPr>
          <p:spPr>
            <a:xfrm>
              <a:off x="832210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0" name="任意多边形: 形状 259">
              <a:extLst>
                <a:ext uri="{FF2B5EF4-FFF2-40B4-BE49-F238E27FC236}">
                  <a16:creationId xmlns:a16="http://schemas.microsoft.com/office/drawing/2014/main" id="{5CFA722E-A2DB-46B5-A2CF-C6DDC7219F0D}"/>
                </a:ext>
              </a:extLst>
            </p:cNvPr>
            <p:cNvSpPr/>
            <p:nvPr/>
          </p:nvSpPr>
          <p:spPr>
            <a:xfrm>
              <a:off x="832210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1" name="任意多边形: 形状 260">
              <a:extLst>
                <a:ext uri="{FF2B5EF4-FFF2-40B4-BE49-F238E27FC236}">
                  <a16:creationId xmlns:a16="http://schemas.microsoft.com/office/drawing/2014/main" id="{2A7925F5-68CA-4F62-84AA-7F6BD50A0C2C}"/>
                </a:ext>
              </a:extLst>
            </p:cNvPr>
            <p:cNvSpPr/>
            <p:nvPr/>
          </p:nvSpPr>
          <p:spPr>
            <a:xfrm>
              <a:off x="832210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2" name="任意多边形: 形状 261">
              <a:extLst>
                <a:ext uri="{FF2B5EF4-FFF2-40B4-BE49-F238E27FC236}">
                  <a16:creationId xmlns:a16="http://schemas.microsoft.com/office/drawing/2014/main" id="{6C75952A-0E67-421C-86D5-72160B634CDF}"/>
                </a:ext>
              </a:extLst>
            </p:cNvPr>
            <p:cNvSpPr/>
            <p:nvPr/>
          </p:nvSpPr>
          <p:spPr>
            <a:xfrm>
              <a:off x="832210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3" name="任意多边形: 形状 262">
              <a:extLst>
                <a:ext uri="{FF2B5EF4-FFF2-40B4-BE49-F238E27FC236}">
                  <a16:creationId xmlns:a16="http://schemas.microsoft.com/office/drawing/2014/main" id="{9B6E00DA-3534-4620-8006-16EE7C7DA72F}"/>
                </a:ext>
              </a:extLst>
            </p:cNvPr>
            <p:cNvSpPr/>
            <p:nvPr/>
          </p:nvSpPr>
          <p:spPr>
            <a:xfrm>
              <a:off x="832210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4" name="任意多边形: 形状 263">
              <a:extLst>
                <a:ext uri="{FF2B5EF4-FFF2-40B4-BE49-F238E27FC236}">
                  <a16:creationId xmlns:a16="http://schemas.microsoft.com/office/drawing/2014/main" id="{0CCF6F62-D3B7-4BE2-B185-9A2605CB8649}"/>
                </a:ext>
              </a:extLst>
            </p:cNvPr>
            <p:cNvSpPr/>
            <p:nvPr/>
          </p:nvSpPr>
          <p:spPr>
            <a:xfrm>
              <a:off x="869709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5" name="任意多边形: 形状 264">
              <a:extLst>
                <a:ext uri="{FF2B5EF4-FFF2-40B4-BE49-F238E27FC236}">
                  <a16:creationId xmlns:a16="http://schemas.microsoft.com/office/drawing/2014/main" id="{2D61DE46-8708-45DD-9BC4-3888F99D2577}"/>
                </a:ext>
              </a:extLst>
            </p:cNvPr>
            <p:cNvSpPr/>
            <p:nvPr/>
          </p:nvSpPr>
          <p:spPr>
            <a:xfrm>
              <a:off x="869709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6" name="任意多边形: 形状 265">
              <a:extLst>
                <a:ext uri="{FF2B5EF4-FFF2-40B4-BE49-F238E27FC236}">
                  <a16:creationId xmlns:a16="http://schemas.microsoft.com/office/drawing/2014/main" id="{575C72A2-2EB2-4F1F-9FFE-9B9B2A77C104}"/>
                </a:ext>
              </a:extLst>
            </p:cNvPr>
            <p:cNvSpPr/>
            <p:nvPr/>
          </p:nvSpPr>
          <p:spPr>
            <a:xfrm>
              <a:off x="869709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7" name="任意多边形: 形状 266">
              <a:extLst>
                <a:ext uri="{FF2B5EF4-FFF2-40B4-BE49-F238E27FC236}">
                  <a16:creationId xmlns:a16="http://schemas.microsoft.com/office/drawing/2014/main" id="{B4348AF1-3489-4EC2-B401-7FE6D1A28EC1}"/>
                </a:ext>
              </a:extLst>
            </p:cNvPr>
            <p:cNvSpPr/>
            <p:nvPr/>
          </p:nvSpPr>
          <p:spPr>
            <a:xfrm>
              <a:off x="869709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8" name="任意多边形: 形状 267">
              <a:extLst>
                <a:ext uri="{FF2B5EF4-FFF2-40B4-BE49-F238E27FC236}">
                  <a16:creationId xmlns:a16="http://schemas.microsoft.com/office/drawing/2014/main" id="{C996C548-9AA6-4A30-AAC4-6F975103CB79}"/>
                </a:ext>
              </a:extLst>
            </p:cNvPr>
            <p:cNvSpPr/>
            <p:nvPr/>
          </p:nvSpPr>
          <p:spPr>
            <a:xfrm>
              <a:off x="869709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9" name="任意多边形: 形状 268">
              <a:extLst>
                <a:ext uri="{FF2B5EF4-FFF2-40B4-BE49-F238E27FC236}">
                  <a16:creationId xmlns:a16="http://schemas.microsoft.com/office/drawing/2014/main" id="{4554AFE4-39C6-409C-A369-A23CE3E7030D}"/>
                </a:ext>
              </a:extLst>
            </p:cNvPr>
            <p:cNvSpPr/>
            <p:nvPr/>
          </p:nvSpPr>
          <p:spPr>
            <a:xfrm>
              <a:off x="869709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0" name="任意多边形: 形状 269">
              <a:extLst>
                <a:ext uri="{FF2B5EF4-FFF2-40B4-BE49-F238E27FC236}">
                  <a16:creationId xmlns:a16="http://schemas.microsoft.com/office/drawing/2014/main" id="{6A863F5D-4B75-4D4A-A987-6CDD8DAE3ABB}"/>
                </a:ext>
              </a:extLst>
            </p:cNvPr>
            <p:cNvSpPr/>
            <p:nvPr/>
          </p:nvSpPr>
          <p:spPr>
            <a:xfrm>
              <a:off x="869709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1" name="任意多边形: 形状 270">
              <a:extLst>
                <a:ext uri="{FF2B5EF4-FFF2-40B4-BE49-F238E27FC236}">
                  <a16:creationId xmlns:a16="http://schemas.microsoft.com/office/drawing/2014/main" id="{D0B385F5-3FFE-4122-B0FB-000309DE4444}"/>
                </a:ext>
              </a:extLst>
            </p:cNvPr>
            <p:cNvSpPr/>
            <p:nvPr/>
          </p:nvSpPr>
          <p:spPr>
            <a:xfrm>
              <a:off x="869709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2" name="任意多边形: 形状 271">
              <a:extLst>
                <a:ext uri="{FF2B5EF4-FFF2-40B4-BE49-F238E27FC236}">
                  <a16:creationId xmlns:a16="http://schemas.microsoft.com/office/drawing/2014/main" id="{7876AE00-1423-482C-9C02-6E623A42C6EB}"/>
                </a:ext>
              </a:extLst>
            </p:cNvPr>
            <p:cNvSpPr/>
            <p:nvPr/>
          </p:nvSpPr>
          <p:spPr>
            <a:xfrm>
              <a:off x="869709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3" name="任意多边形: 形状 272">
              <a:extLst>
                <a:ext uri="{FF2B5EF4-FFF2-40B4-BE49-F238E27FC236}">
                  <a16:creationId xmlns:a16="http://schemas.microsoft.com/office/drawing/2014/main" id="{71400C16-D901-461C-8818-00870A03F65B}"/>
                </a:ext>
              </a:extLst>
            </p:cNvPr>
            <p:cNvSpPr/>
            <p:nvPr/>
          </p:nvSpPr>
          <p:spPr>
            <a:xfrm>
              <a:off x="869709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4" name="任意多边形: 形状 273">
              <a:extLst>
                <a:ext uri="{FF2B5EF4-FFF2-40B4-BE49-F238E27FC236}">
                  <a16:creationId xmlns:a16="http://schemas.microsoft.com/office/drawing/2014/main" id="{02CB35A0-789A-40C7-8B9E-B4DC2BC29572}"/>
                </a:ext>
              </a:extLst>
            </p:cNvPr>
            <p:cNvSpPr/>
            <p:nvPr/>
          </p:nvSpPr>
          <p:spPr>
            <a:xfrm>
              <a:off x="869709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5" name="任意多边形: 形状 274">
              <a:extLst>
                <a:ext uri="{FF2B5EF4-FFF2-40B4-BE49-F238E27FC236}">
                  <a16:creationId xmlns:a16="http://schemas.microsoft.com/office/drawing/2014/main" id="{F447E81A-7515-4D3F-AD9A-945B577EA542}"/>
                </a:ext>
              </a:extLst>
            </p:cNvPr>
            <p:cNvSpPr/>
            <p:nvPr/>
          </p:nvSpPr>
          <p:spPr>
            <a:xfrm>
              <a:off x="907201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6" name="任意多边形: 形状 275">
              <a:extLst>
                <a:ext uri="{FF2B5EF4-FFF2-40B4-BE49-F238E27FC236}">
                  <a16:creationId xmlns:a16="http://schemas.microsoft.com/office/drawing/2014/main" id="{7D46EE7A-AFA8-467B-AF1E-107ADE9CAED4}"/>
                </a:ext>
              </a:extLst>
            </p:cNvPr>
            <p:cNvSpPr/>
            <p:nvPr/>
          </p:nvSpPr>
          <p:spPr>
            <a:xfrm>
              <a:off x="907201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7" name="任意多边形: 形状 276">
              <a:extLst>
                <a:ext uri="{FF2B5EF4-FFF2-40B4-BE49-F238E27FC236}">
                  <a16:creationId xmlns:a16="http://schemas.microsoft.com/office/drawing/2014/main" id="{6EB0B744-0DD3-4EE0-832F-9F7DD0F5117C}"/>
                </a:ext>
              </a:extLst>
            </p:cNvPr>
            <p:cNvSpPr/>
            <p:nvPr/>
          </p:nvSpPr>
          <p:spPr>
            <a:xfrm>
              <a:off x="907201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8" name="任意多边形: 形状 277">
              <a:extLst>
                <a:ext uri="{FF2B5EF4-FFF2-40B4-BE49-F238E27FC236}">
                  <a16:creationId xmlns:a16="http://schemas.microsoft.com/office/drawing/2014/main" id="{29FACA10-C3E7-4F79-9F4B-02D816A85277}"/>
                </a:ext>
              </a:extLst>
            </p:cNvPr>
            <p:cNvSpPr/>
            <p:nvPr/>
          </p:nvSpPr>
          <p:spPr>
            <a:xfrm>
              <a:off x="907201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9" name="任意多边形: 形状 278">
              <a:extLst>
                <a:ext uri="{FF2B5EF4-FFF2-40B4-BE49-F238E27FC236}">
                  <a16:creationId xmlns:a16="http://schemas.microsoft.com/office/drawing/2014/main" id="{E654289C-8260-4282-ACF9-1C7F066CCC57}"/>
                </a:ext>
              </a:extLst>
            </p:cNvPr>
            <p:cNvSpPr/>
            <p:nvPr/>
          </p:nvSpPr>
          <p:spPr>
            <a:xfrm>
              <a:off x="907201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0" name="任意多边形: 形状 279">
              <a:extLst>
                <a:ext uri="{FF2B5EF4-FFF2-40B4-BE49-F238E27FC236}">
                  <a16:creationId xmlns:a16="http://schemas.microsoft.com/office/drawing/2014/main" id="{E2DB8C33-F6F5-4FB2-B1B9-4F8C3BA586B8}"/>
                </a:ext>
              </a:extLst>
            </p:cNvPr>
            <p:cNvSpPr/>
            <p:nvPr/>
          </p:nvSpPr>
          <p:spPr>
            <a:xfrm>
              <a:off x="907201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1" name="任意多边形: 形状 280">
              <a:extLst>
                <a:ext uri="{FF2B5EF4-FFF2-40B4-BE49-F238E27FC236}">
                  <a16:creationId xmlns:a16="http://schemas.microsoft.com/office/drawing/2014/main" id="{6C965C0E-DE40-4B75-9041-7F6C9DAB9014}"/>
                </a:ext>
              </a:extLst>
            </p:cNvPr>
            <p:cNvSpPr/>
            <p:nvPr/>
          </p:nvSpPr>
          <p:spPr>
            <a:xfrm>
              <a:off x="907201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2" name="任意多边形: 形状 281">
              <a:extLst>
                <a:ext uri="{FF2B5EF4-FFF2-40B4-BE49-F238E27FC236}">
                  <a16:creationId xmlns:a16="http://schemas.microsoft.com/office/drawing/2014/main" id="{30721207-0FF1-4A77-8B98-19B90EFF9E63}"/>
                </a:ext>
              </a:extLst>
            </p:cNvPr>
            <p:cNvSpPr/>
            <p:nvPr/>
          </p:nvSpPr>
          <p:spPr>
            <a:xfrm>
              <a:off x="907201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3" name="任意多边形: 形状 282">
              <a:extLst>
                <a:ext uri="{FF2B5EF4-FFF2-40B4-BE49-F238E27FC236}">
                  <a16:creationId xmlns:a16="http://schemas.microsoft.com/office/drawing/2014/main" id="{1744D7B3-25C7-459C-BD54-74B5D846C830}"/>
                </a:ext>
              </a:extLst>
            </p:cNvPr>
            <p:cNvSpPr/>
            <p:nvPr/>
          </p:nvSpPr>
          <p:spPr>
            <a:xfrm>
              <a:off x="907201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4" name="任意多边形: 形状 283">
              <a:extLst>
                <a:ext uri="{FF2B5EF4-FFF2-40B4-BE49-F238E27FC236}">
                  <a16:creationId xmlns:a16="http://schemas.microsoft.com/office/drawing/2014/main" id="{E15DC000-C7A8-4169-B3D1-E33921D5554B}"/>
                </a:ext>
              </a:extLst>
            </p:cNvPr>
            <p:cNvSpPr/>
            <p:nvPr/>
          </p:nvSpPr>
          <p:spPr>
            <a:xfrm>
              <a:off x="907201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5" name="任意多边形: 形状 284">
              <a:extLst>
                <a:ext uri="{FF2B5EF4-FFF2-40B4-BE49-F238E27FC236}">
                  <a16:creationId xmlns:a16="http://schemas.microsoft.com/office/drawing/2014/main" id="{952E8195-EA3D-451F-A7B7-5B67B181F860}"/>
                </a:ext>
              </a:extLst>
            </p:cNvPr>
            <p:cNvSpPr/>
            <p:nvPr/>
          </p:nvSpPr>
          <p:spPr>
            <a:xfrm>
              <a:off x="907201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6" name="任意多边形: 形状 285">
              <a:extLst>
                <a:ext uri="{FF2B5EF4-FFF2-40B4-BE49-F238E27FC236}">
                  <a16:creationId xmlns:a16="http://schemas.microsoft.com/office/drawing/2014/main" id="{9E3B7448-C8DA-4B13-B153-982A53D02FFD}"/>
                </a:ext>
              </a:extLst>
            </p:cNvPr>
            <p:cNvSpPr/>
            <p:nvPr/>
          </p:nvSpPr>
          <p:spPr>
            <a:xfrm>
              <a:off x="76451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7" name="任意多边形: 形状 286">
              <a:extLst>
                <a:ext uri="{FF2B5EF4-FFF2-40B4-BE49-F238E27FC236}">
                  <a16:creationId xmlns:a16="http://schemas.microsoft.com/office/drawing/2014/main" id="{2D1E1F28-C4ED-4ABD-ACE6-0149C4347588}"/>
                </a:ext>
              </a:extLst>
            </p:cNvPr>
            <p:cNvSpPr/>
            <p:nvPr/>
          </p:nvSpPr>
          <p:spPr>
            <a:xfrm>
              <a:off x="76451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8" name="任意多边形: 形状 287">
              <a:extLst>
                <a:ext uri="{FF2B5EF4-FFF2-40B4-BE49-F238E27FC236}">
                  <a16:creationId xmlns:a16="http://schemas.microsoft.com/office/drawing/2014/main" id="{3E7E12FB-0E62-409B-9A43-80FBF2BAFEBF}"/>
                </a:ext>
              </a:extLst>
            </p:cNvPr>
            <p:cNvSpPr/>
            <p:nvPr/>
          </p:nvSpPr>
          <p:spPr>
            <a:xfrm>
              <a:off x="76451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9" name="任意多边形: 形状 288">
              <a:extLst>
                <a:ext uri="{FF2B5EF4-FFF2-40B4-BE49-F238E27FC236}">
                  <a16:creationId xmlns:a16="http://schemas.microsoft.com/office/drawing/2014/main" id="{9657D2C9-34C4-4818-A929-84AC71F56183}"/>
                </a:ext>
              </a:extLst>
            </p:cNvPr>
            <p:cNvSpPr/>
            <p:nvPr/>
          </p:nvSpPr>
          <p:spPr>
            <a:xfrm>
              <a:off x="76451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0" name="任意多边形: 形状 289">
              <a:extLst>
                <a:ext uri="{FF2B5EF4-FFF2-40B4-BE49-F238E27FC236}">
                  <a16:creationId xmlns:a16="http://schemas.microsoft.com/office/drawing/2014/main" id="{0326F344-38EB-4737-9674-9CD78A5757ED}"/>
                </a:ext>
              </a:extLst>
            </p:cNvPr>
            <p:cNvSpPr/>
            <p:nvPr/>
          </p:nvSpPr>
          <p:spPr>
            <a:xfrm>
              <a:off x="76451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1" name="任意多边形: 形状 290">
              <a:extLst>
                <a:ext uri="{FF2B5EF4-FFF2-40B4-BE49-F238E27FC236}">
                  <a16:creationId xmlns:a16="http://schemas.microsoft.com/office/drawing/2014/main" id="{E7DE3519-1262-48EC-8A48-851453A98555}"/>
                </a:ext>
              </a:extLst>
            </p:cNvPr>
            <p:cNvSpPr/>
            <p:nvPr/>
          </p:nvSpPr>
          <p:spPr>
            <a:xfrm>
              <a:off x="76451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2" name="任意多边形: 形状 291">
              <a:extLst>
                <a:ext uri="{FF2B5EF4-FFF2-40B4-BE49-F238E27FC236}">
                  <a16:creationId xmlns:a16="http://schemas.microsoft.com/office/drawing/2014/main" id="{2B0D33DA-4B41-4C79-B1C0-16B7007DB1DA}"/>
                </a:ext>
              </a:extLst>
            </p:cNvPr>
            <p:cNvSpPr/>
            <p:nvPr/>
          </p:nvSpPr>
          <p:spPr>
            <a:xfrm>
              <a:off x="76451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3" name="任意多边形: 形状 292">
              <a:extLst>
                <a:ext uri="{FF2B5EF4-FFF2-40B4-BE49-F238E27FC236}">
                  <a16:creationId xmlns:a16="http://schemas.microsoft.com/office/drawing/2014/main" id="{EA572507-8A16-4DE0-AC74-FEE18A88A179}"/>
                </a:ext>
              </a:extLst>
            </p:cNvPr>
            <p:cNvSpPr/>
            <p:nvPr/>
          </p:nvSpPr>
          <p:spPr>
            <a:xfrm>
              <a:off x="76451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4" name="任意多边形: 形状 293">
              <a:extLst>
                <a:ext uri="{FF2B5EF4-FFF2-40B4-BE49-F238E27FC236}">
                  <a16:creationId xmlns:a16="http://schemas.microsoft.com/office/drawing/2014/main" id="{31B3B1A7-B1CB-40B8-9A5F-0629E486ABC7}"/>
                </a:ext>
              </a:extLst>
            </p:cNvPr>
            <p:cNvSpPr/>
            <p:nvPr/>
          </p:nvSpPr>
          <p:spPr>
            <a:xfrm>
              <a:off x="9473036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5" name="任意多边形: 形状 294">
              <a:extLst>
                <a:ext uri="{FF2B5EF4-FFF2-40B4-BE49-F238E27FC236}">
                  <a16:creationId xmlns:a16="http://schemas.microsoft.com/office/drawing/2014/main" id="{6E7A18BD-A067-4C34-AE2D-486574418349}"/>
                </a:ext>
              </a:extLst>
            </p:cNvPr>
            <p:cNvSpPr/>
            <p:nvPr/>
          </p:nvSpPr>
          <p:spPr>
            <a:xfrm>
              <a:off x="9473036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6" name="任意多边形: 形状 295">
              <a:extLst>
                <a:ext uri="{FF2B5EF4-FFF2-40B4-BE49-F238E27FC236}">
                  <a16:creationId xmlns:a16="http://schemas.microsoft.com/office/drawing/2014/main" id="{43A08539-62E7-4734-A244-EEE01F82EB99}"/>
                </a:ext>
              </a:extLst>
            </p:cNvPr>
            <p:cNvSpPr/>
            <p:nvPr/>
          </p:nvSpPr>
          <p:spPr>
            <a:xfrm>
              <a:off x="9473036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7" name="任意多边形: 形状 296">
              <a:extLst>
                <a:ext uri="{FF2B5EF4-FFF2-40B4-BE49-F238E27FC236}">
                  <a16:creationId xmlns:a16="http://schemas.microsoft.com/office/drawing/2014/main" id="{81BBF884-C610-4D16-87DC-996AFA584A22}"/>
                </a:ext>
              </a:extLst>
            </p:cNvPr>
            <p:cNvSpPr/>
            <p:nvPr/>
          </p:nvSpPr>
          <p:spPr>
            <a:xfrm>
              <a:off x="94730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8" name="任意多边形: 形状 297">
              <a:extLst>
                <a:ext uri="{FF2B5EF4-FFF2-40B4-BE49-F238E27FC236}">
                  <a16:creationId xmlns:a16="http://schemas.microsoft.com/office/drawing/2014/main" id="{4F6FF22D-DD9E-46F8-B1A7-925AC21839AD}"/>
                </a:ext>
              </a:extLst>
            </p:cNvPr>
            <p:cNvSpPr/>
            <p:nvPr/>
          </p:nvSpPr>
          <p:spPr>
            <a:xfrm>
              <a:off x="94730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9" name="任意多边形: 形状 298">
              <a:extLst>
                <a:ext uri="{FF2B5EF4-FFF2-40B4-BE49-F238E27FC236}">
                  <a16:creationId xmlns:a16="http://schemas.microsoft.com/office/drawing/2014/main" id="{6685085E-8384-439E-825D-DA333C181281}"/>
                </a:ext>
              </a:extLst>
            </p:cNvPr>
            <p:cNvSpPr/>
            <p:nvPr/>
          </p:nvSpPr>
          <p:spPr>
            <a:xfrm>
              <a:off x="94730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0" name="任意多边形: 形状 299">
              <a:extLst>
                <a:ext uri="{FF2B5EF4-FFF2-40B4-BE49-F238E27FC236}">
                  <a16:creationId xmlns:a16="http://schemas.microsoft.com/office/drawing/2014/main" id="{EFCEF2E2-404D-4A0B-9C71-4382999ADBD2}"/>
                </a:ext>
              </a:extLst>
            </p:cNvPr>
            <p:cNvSpPr/>
            <p:nvPr/>
          </p:nvSpPr>
          <p:spPr>
            <a:xfrm>
              <a:off x="94730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1" name="任意多边形: 形状 300">
              <a:extLst>
                <a:ext uri="{FF2B5EF4-FFF2-40B4-BE49-F238E27FC236}">
                  <a16:creationId xmlns:a16="http://schemas.microsoft.com/office/drawing/2014/main" id="{F82D6764-9080-4B30-BEB2-305F4A585672}"/>
                </a:ext>
              </a:extLst>
            </p:cNvPr>
            <p:cNvSpPr/>
            <p:nvPr/>
          </p:nvSpPr>
          <p:spPr>
            <a:xfrm>
              <a:off x="94730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2" name="任意多边形: 形状 301">
              <a:extLst>
                <a:ext uri="{FF2B5EF4-FFF2-40B4-BE49-F238E27FC236}">
                  <a16:creationId xmlns:a16="http://schemas.microsoft.com/office/drawing/2014/main" id="{43CC7F58-97B4-47DF-A624-A70612ECFF2D}"/>
                </a:ext>
              </a:extLst>
            </p:cNvPr>
            <p:cNvSpPr/>
            <p:nvPr/>
          </p:nvSpPr>
          <p:spPr>
            <a:xfrm>
              <a:off x="94730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3" name="任意多边形: 形状 302">
              <a:extLst>
                <a:ext uri="{FF2B5EF4-FFF2-40B4-BE49-F238E27FC236}">
                  <a16:creationId xmlns:a16="http://schemas.microsoft.com/office/drawing/2014/main" id="{C8912662-806F-4221-9AF5-CF4A442BDE1F}"/>
                </a:ext>
              </a:extLst>
            </p:cNvPr>
            <p:cNvSpPr/>
            <p:nvPr/>
          </p:nvSpPr>
          <p:spPr>
            <a:xfrm>
              <a:off x="94730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4" name="任意多边形: 形状 303">
              <a:extLst>
                <a:ext uri="{FF2B5EF4-FFF2-40B4-BE49-F238E27FC236}">
                  <a16:creationId xmlns:a16="http://schemas.microsoft.com/office/drawing/2014/main" id="{B0408093-0C86-4A48-86A3-307A961A61AB}"/>
                </a:ext>
              </a:extLst>
            </p:cNvPr>
            <p:cNvSpPr/>
            <p:nvPr/>
          </p:nvSpPr>
          <p:spPr>
            <a:xfrm>
              <a:off x="94730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5" name="任意多边形: 形状 304">
              <a:extLst>
                <a:ext uri="{FF2B5EF4-FFF2-40B4-BE49-F238E27FC236}">
                  <a16:creationId xmlns:a16="http://schemas.microsoft.com/office/drawing/2014/main" id="{19FEBF11-3DAA-4E07-86E0-B0F544B8D004}"/>
                </a:ext>
              </a:extLst>
            </p:cNvPr>
            <p:cNvSpPr/>
            <p:nvPr/>
          </p:nvSpPr>
          <p:spPr>
            <a:xfrm>
              <a:off x="7645147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6" name="任意多边形: 形状 305">
              <a:extLst>
                <a:ext uri="{FF2B5EF4-FFF2-40B4-BE49-F238E27FC236}">
                  <a16:creationId xmlns:a16="http://schemas.microsoft.com/office/drawing/2014/main" id="{CE2B5CA3-4FFD-4210-8390-33C368A0CB5D}"/>
                </a:ext>
              </a:extLst>
            </p:cNvPr>
            <p:cNvSpPr/>
            <p:nvPr/>
          </p:nvSpPr>
          <p:spPr>
            <a:xfrm>
              <a:off x="7941963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7" name="任意多边形: 形状 306">
              <a:extLst>
                <a:ext uri="{FF2B5EF4-FFF2-40B4-BE49-F238E27FC236}">
                  <a16:creationId xmlns:a16="http://schemas.microsoft.com/office/drawing/2014/main" id="{326A0D8B-EE6E-47CB-B072-E6D04BE162B4}"/>
                </a:ext>
              </a:extLst>
            </p:cNvPr>
            <p:cNvSpPr/>
            <p:nvPr/>
          </p:nvSpPr>
          <p:spPr>
            <a:xfrm>
              <a:off x="4096538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8" name="任意多边形: 形状 307">
              <a:extLst>
                <a:ext uri="{FF2B5EF4-FFF2-40B4-BE49-F238E27FC236}">
                  <a16:creationId xmlns:a16="http://schemas.microsoft.com/office/drawing/2014/main" id="{95105DB2-DD16-45EE-8C13-90234A70E29A}"/>
                </a:ext>
              </a:extLst>
            </p:cNvPr>
            <p:cNvSpPr/>
            <p:nvPr/>
          </p:nvSpPr>
          <p:spPr>
            <a:xfrm>
              <a:off x="4096538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B5A3F5CA-E92D-4A12-B359-07DEF48B897F}"/>
                </a:ext>
              </a:extLst>
            </p:cNvPr>
            <p:cNvSpPr/>
            <p:nvPr/>
          </p:nvSpPr>
          <p:spPr>
            <a:xfrm>
              <a:off x="4096538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6319CA61-429C-4187-9971-118927A79818}"/>
                </a:ext>
              </a:extLst>
            </p:cNvPr>
            <p:cNvSpPr/>
            <p:nvPr/>
          </p:nvSpPr>
          <p:spPr>
            <a:xfrm>
              <a:off x="4096538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1" name="任意多边形: 形状 310">
              <a:extLst>
                <a:ext uri="{FF2B5EF4-FFF2-40B4-BE49-F238E27FC236}">
                  <a16:creationId xmlns:a16="http://schemas.microsoft.com/office/drawing/2014/main" id="{DED4FBCC-8E8C-4A3E-AF8A-2B3AFCC18D39}"/>
                </a:ext>
              </a:extLst>
            </p:cNvPr>
            <p:cNvSpPr/>
            <p:nvPr/>
          </p:nvSpPr>
          <p:spPr>
            <a:xfrm>
              <a:off x="4096538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2" name="任意多边形: 形状 311">
              <a:extLst>
                <a:ext uri="{FF2B5EF4-FFF2-40B4-BE49-F238E27FC236}">
                  <a16:creationId xmlns:a16="http://schemas.microsoft.com/office/drawing/2014/main" id="{CC31FD0E-BE11-4D07-A85B-E3645257451D}"/>
                </a:ext>
              </a:extLst>
            </p:cNvPr>
            <p:cNvSpPr/>
            <p:nvPr/>
          </p:nvSpPr>
          <p:spPr>
            <a:xfrm>
              <a:off x="4096538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3" name="任意多边形: 形状 312">
              <a:extLst>
                <a:ext uri="{FF2B5EF4-FFF2-40B4-BE49-F238E27FC236}">
                  <a16:creationId xmlns:a16="http://schemas.microsoft.com/office/drawing/2014/main" id="{6D5931CB-A040-4049-9F86-99D1F3305FE5}"/>
                </a:ext>
              </a:extLst>
            </p:cNvPr>
            <p:cNvSpPr/>
            <p:nvPr/>
          </p:nvSpPr>
          <p:spPr>
            <a:xfrm>
              <a:off x="4096538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4" name="任意多边形: 形状 313">
              <a:extLst>
                <a:ext uri="{FF2B5EF4-FFF2-40B4-BE49-F238E27FC236}">
                  <a16:creationId xmlns:a16="http://schemas.microsoft.com/office/drawing/2014/main" id="{2CA21E92-C67D-4E28-9D84-13D191519172}"/>
                </a:ext>
              </a:extLst>
            </p:cNvPr>
            <p:cNvSpPr/>
            <p:nvPr/>
          </p:nvSpPr>
          <p:spPr>
            <a:xfrm>
              <a:off x="4096538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5" name="任意多边形: 形状 314">
              <a:extLst>
                <a:ext uri="{FF2B5EF4-FFF2-40B4-BE49-F238E27FC236}">
                  <a16:creationId xmlns:a16="http://schemas.microsoft.com/office/drawing/2014/main" id="{7024CD8C-8E8B-4E81-925A-25E7637F03F5}"/>
                </a:ext>
              </a:extLst>
            </p:cNvPr>
            <p:cNvSpPr/>
            <p:nvPr/>
          </p:nvSpPr>
          <p:spPr>
            <a:xfrm>
              <a:off x="3716328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6" name="任意多边形: 形状 315">
              <a:extLst>
                <a:ext uri="{FF2B5EF4-FFF2-40B4-BE49-F238E27FC236}">
                  <a16:creationId xmlns:a16="http://schemas.microsoft.com/office/drawing/2014/main" id="{C0A70399-2FDF-423B-844B-ADFFFE7BEC17}"/>
                </a:ext>
              </a:extLst>
            </p:cNvPr>
            <p:cNvSpPr/>
            <p:nvPr/>
          </p:nvSpPr>
          <p:spPr>
            <a:xfrm>
              <a:off x="3716328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7" name="任意多边形: 形状 316">
              <a:extLst>
                <a:ext uri="{FF2B5EF4-FFF2-40B4-BE49-F238E27FC236}">
                  <a16:creationId xmlns:a16="http://schemas.microsoft.com/office/drawing/2014/main" id="{807D74A4-E854-4679-A88A-1664A1B4C6FC}"/>
                </a:ext>
              </a:extLst>
            </p:cNvPr>
            <p:cNvSpPr/>
            <p:nvPr/>
          </p:nvSpPr>
          <p:spPr>
            <a:xfrm>
              <a:off x="3716328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8" name="任意多边形: 形状 317">
              <a:extLst>
                <a:ext uri="{FF2B5EF4-FFF2-40B4-BE49-F238E27FC236}">
                  <a16:creationId xmlns:a16="http://schemas.microsoft.com/office/drawing/2014/main" id="{FFED308A-843C-46F5-9D2B-691F56F73C9D}"/>
                </a:ext>
              </a:extLst>
            </p:cNvPr>
            <p:cNvSpPr/>
            <p:nvPr/>
          </p:nvSpPr>
          <p:spPr>
            <a:xfrm>
              <a:off x="3716328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9" name="任意多边形: 形状 318">
              <a:extLst>
                <a:ext uri="{FF2B5EF4-FFF2-40B4-BE49-F238E27FC236}">
                  <a16:creationId xmlns:a16="http://schemas.microsoft.com/office/drawing/2014/main" id="{B6442763-8673-40CF-89C3-0C43A24E0BBF}"/>
                </a:ext>
              </a:extLst>
            </p:cNvPr>
            <p:cNvSpPr/>
            <p:nvPr/>
          </p:nvSpPr>
          <p:spPr>
            <a:xfrm>
              <a:off x="3716328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0" name="任意多边形: 形状 319">
              <a:extLst>
                <a:ext uri="{FF2B5EF4-FFF2-40B4-BE49-F238E27FC236}">
                  <a16:creationId xmlns:a16="http://schemas.microsoft.com/office/drawing/2014/main" id="{9ED6B544-9316-4AAB-97FF-A5B2A0E5BB60}"/>
                </a:ext>
              </a:extLst>
            </p:cNvPr>
            <p:cNvSpPr/>
            <p:nvPr/>
          </p:nvSpPr>
          <p:spPr>
            <a:xfrm>
              <a:off x="3716328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1" name="任意多边形: 形状 320">
              <a:extLst>
                <a:ext uri="{FF2B5EF4-FFF2-40B4-BE49-F238E27FC236}">
                  <a16:creationId xmlns:a16="http://schemas.microsoft.com/office/drawing/2014/main" id="{46577159-A63A-429C-B630-8271490DC63B}"/>
                </a:ext>
              </a:extLst>
            </p:cNvPr>
            <p:cNvSpPr/>
            <p:nvPr/>
          </p:nvSpPr>
          <p:spPr>
            <a:xfrm>
              <a:off x="3716328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2" name="任意多边形: 形状 321">
              <a:extLst>
                <a:ext uri="{FF2B5EF4-FFF2-40B4-BE49-F238E27FC236}">
                  <a16:creationId xmlns:a16="http://schemas.microsoft.com/office/drawing/2014/main" id="{3F1F3675-7571-4E55-8597-311A2D8ADCC1}"/>
                </a:ext>
              </a:extLst>
            </p:cNvPr>
            <p:cNvSpPr/>
            <p:nvPr/>
          </p:nvSpPr>
          <p:spPr>
            <a:xfrm>
              <a:off x="3716328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3" name="任意多边形: 形状 322">
              <a:extLst>
                <a:ext uri="{FF2B5EF4-FFF2-40B4-BE49-F238E27FC236}">
                  <a16:creationId xmlns:a16="http://schemas.microsoft.com/office/drawing/2014/main" id="{2818ED62-1FFC-4219-BF09-4495782D1AC6}"/>
                </a:ext>
              </a:extLst>
            </p:cNvPr>
            <p:cNvSpPr/>
            <p:nvPr/>
          </p:nvSpPr>
          <p:spPr>
            <a:xfrm>
              <a:off x="3716328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4" name="任意多边形: 形状 323">
              <a:extLst>
                <a:ext uri="{FF2B5EF4-FFF2-40B4-BE49-F238E27FC236}">
                  <a16:creationId xmlns:a16="http://schemas.microsoft.com/office/drawing/2014/main" id="{4B925462-0956-43A0-92FE-67F79E4B624D}"/>
                </a:ext>
              </a:extLst>
            </p:cNvPr>
            <p:cNvSpPr/>
            <p:nvPr/>
          </p:nvSpPr>
          <p:spPr>
            <a:xfrm>
              <a:off x="3716328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5" name="任意多边形: 形状 324">
              <a:extLst>
                <a:ext uri="{FF2B5EF4-FFF2-40B4-BE49-F238E27FC236}">
                  <a16:creationId xmlns:a16="http://schemas.microsoft.com/office/drawing/2014/main" id="{EC36120F-6F3D-4610-B5E0-DDABEE03BE32}"/>
                </a:ext>
              </a:extLst>
            </p:cNvPr>
            <p:cNvSpPr/>
            <p:nvPr/>
          </p:nvSpPr>
          <p:spPr>
            <a:xfrm>
              <a:off x="3716328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6" name="任意多边形: 形状 325">
              <a:extLst>
                <a:ext uri="{FF2B5EF4-FFF2-40B4-BE49-F238E27FC236}">
                  <a16:creationId xmlns:a16="http://schemas.microsoft.com/office/drawing/2014/main" id="{2A5D4621-7546-469A-9798-162E16FC1C89}"/>
                </a:ext>
              </a:extLst>
            </p:cNvPr>
            <p:cNvSpPr/>
            <p:nvPr/>
          </p:nvSpPr>
          <p:spPr>
            <a:xfrm>
              <a:off x="334133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7" name="任意多边形: 形状 326">
              <a:extLst>
                <a:ext uri="{FF2B5EF4-FFF2-40B4-BE49-F238E27FC236}">
                  <a16:creationId xmlns:a16="http://schemas.microsoft.com/office/drawing/2014/main" id="{A97DB655-1EC5-4CC0-B126-E30DE1132448}"/>
                </a:ext>
              </a:extLst>
            </p:cNvPr>
            <p:cNvSpPr/>
            <p:nvPr/>
          </p:nvSpPr>
          <p:spPr>
            <a:xfrm>
              <a:off x="334133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8" name="任意多边形: 形状 327">
              <a:extLst>
                <a:ext uri="{FF2B5EF4-FFF2-40B4-BE49-F238E27FC236}">
                  <a16:creationId xmlns:a16="http://schemas.microsoft.com/office/drawing/2014/main" id="{8FD86716-D899-4836-9E23-A4D56F2A9482}"/>
                </a:ext>
              </a:extLst>
            </p:cNvPr>
            <p:cNvSpPr/>
            <p:nvPr/>
          </p:nvSpPr>
          <p:spPr>
            <a:xfrm>
              <a:off x="334133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9" name="任意多边形: 形状 328">
              <a:extLst>
                <a:ext uri="{FF2B5EF4-FFF2-40B4-BE49-F238E27FC236}">
                  <a16:creationId xmlns:a16="http://schemas.microsoft.com/office/drawing/2014/main" id="{FDC5E27D-9C83-4AFE-8AD1-8B3950DD97F2}"/>
                </a:ext>
              </a:extLst>
            </p:cNvPr>
            <p:cNvSpPr/>
            <p:nvPr/>
          </p:nvSpPr>
          <p:spPr>
            <a:xfrm>
              <a:off x="334133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0" name="任意多边形: 形状 329">
              <a:extLst>
                <a:ext uri="{FF2B5EF4-FFF2-40B4-BE49-F238E27FC236}">
                  <a16:creationId xmlns:a16="http://schemas.microsoft.com/office/drawing/2014/main" id="{1ED9FF88-4806-4CCC-9743-A7450142F69A}"/>
                </a:ext>
              </a:extLst>
            </p:cNvPr>
            <p:cNvSpPr/>
            <p:nvPr/>
          </p:nvSpPr>
          <p:spPr>
            <a:xfrm>
              <a:off x="334133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1" name="任意多边形: 形状 330">
              <a:extLst>
                <a:ext uri="{FF2B5EF4-FFF2-40B4-BE49-F238E27FC236}">
                  <a16:creationId xmlns:a16="http://schemas.microsoft.com/office/drawing/2014/main" id="{C007254F-1014-4DA8-85B5-B62D5814C8F8}"/>
                </a:ext>
              </a:extLst>
            </p:cNvPr>
            <p:cNvSpPr/>
            <p:nvPr/>
          </p:nvSpPr>
          <p:spPr>
            <a:xfrm>
              <a:off x="334133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2" name="任意多边形: 形状 331">
              <a:extLst>
                <a:ext uri="{FF2B5EF4-FFF2-40B4-BE49-F238E27FC236}">
                  <a16:creationId xmlns:a16="http://schemas.microsoft.com/office/drawing/2014/main" id="{CAA0F06F-B754-40DD-8FAF-09562DF3C8AF}"/>
                </a:ext>
              </a:extLst>
            </p:cNvPr>
            <p:cNvSpPr/>
            <p:nvPr/>
          </p:nvSpPr>
          <p:spPr>
            <a:xfrm>
              <a:off x="334133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3" name="任意多边形: 形状 332">
              <a:extLst>
                <a:ext uri="{FF2B5EF4-FFF2-40B4-BE49-F238E27FC236}">
                  <a16:creationId xmlns:a16="http://schemas.microsoft.com/office/drawing/2014/main" id="{F7565954-5837-4E1D-898C-BBFE681CF28D}"/>
                </a:ext>
              </a:extLst>
            </p:cNvPr>
            <p:cNvSpPr/>
            <p:nvPr/>
          </p:nvSpPr>
          <p:spPr>
            <a:xfrm>
              <a:off x="334133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4" name="任意多边形: 形状 333">
              <a:extLst>
                <a:ext uri="{FF2B5EF4-FFF2-40B4-BE49-F238E27FC236}">
                  <a16:creationId xmlns:a16="http://schemas.microsoft.com/office/drawing/2014/main" id="{74BD04C6-4512-4576-B77C-C6342CFD28E4}"/>
                </a:ext>
              </a:extLst>
            </p:cNvPr>
            <p:cNvSpPr/>
            <p:nvPr/>
          </p:nvSpPr>
          <p:spPr>
            <a:xfrm>
              <a:off x="334133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5" name="任意多边形: 形状 334">
              <a:extLst>
                <a:ext uri="{FF2B5EF4-FFF2-40B4-BE49-F238E27FC236}">
                  <a16:creationId xmlns:a16="http://schemas.microsoft.com/office/drawing/2014/main" id="{29CB534F-AFD8-444F-BC78-D9F64992320C}"/>
                </a:ext>
              </a:extLst>
            </p:cNvPr>
            <p:cNvSpPr/>
            <p:nvPr/>
          </p:nvSpPr>
          <p:spPr>
            <a:xfrm>
              <a:off x="334133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6" name="任意多边形: 形状 335">
              <a:extLst>
                <a:ext uri="{FF2B5EF4-FFF2-40B4-BE49-F238E27FC236}">
                  <a16:creationId xmlns:a16="http://schemas.microsoft.com/office/drawing/2014/main" id="{6EE02967-6169-45DD-9639-E083D674C625}"/>
                </a:ext>
              </a:extLst>
            </p:cNvPr>
            <p:cNvSpPr/>
            <p:nvPr/>
          </p:nvSpPr>
          <p:spPr>
            <a:xfrm>
              <a:off x="334133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7" name="任意多边形: 形状 336">
              <a:extLst>
                <a:ext uri="{FF2B5EF4-FFF2-40B4-BE49-F238E27FC236}">
                  <a16:creationId xmlns:a16="http://schemas.microsoft.com/office/drawing/2014/main" id="{883B316A-FE07-40DC-B9AE-3BA9CA9DFB15}"/>
                </a:ext>
              </a:extLst>
            </p:cNvPr>
            <p:cNvSpPr/>
            <p:nvPr/>
          </p:nvSpPr>
          <p:spPr>
            <a:xfrm>
              <a:off x="296641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8" name="任意多边形: 形状 337">
              <a:extLst>
                <a:ext uri="{FF2B5EF4-FFF2-40B4-BE49-F238E27FC236}">
                  <a16:creationId xmlns:a16="http://schemas.microsoft.com/office/drawing/2014/main" id="{2BA33362-7057-49DB-AB3F-F0213B03AF05}"/>
                </a:ext>
              </a:extLst>
            </p:cNvPr>
            <p:cNvSpPr/>
            <p:nvPr/>
          </p:nvSpPr>
          <p:spPr>
            <a:xfrm>
              <a:off x="296641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9" name="任意多边形: 形状 338">
              <a:extLst>
                <a:ext uri="{FF2B5EF4-FFF2-40B4-BE49-F238E27FC236}">
                  <a16:creationId xmlns:a16="http://schemas.microsoft.com/office/drawing/2014/main" id="{5F46F934-DD35-4DBB-AD63-F12F10EFD7D0}"/>
                </a:ext>
              </a:extLst>
            </p:cNvPr>
            <p:cNvSpPr/>
            <p:nvPr/>
          </p:nvSpPr>
          <p:spPr>
            <a:xfrm>
              <a:off x="296641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0" name="任意多边形: 形状 339">
              <a:extLst>
                <a:ext uri="{FF2B5EF4-FFF2-40B4-BE49-F238E27FC236}">
                  <a16:creationId xmlns:a16="http://schemas.microsoft.com/office/drawing/2014/main" id="{A5B0DBAA-892F-40B1-8A26-74528D5408E8}"/>
                </a:ext>
              </a:extLst>
            </p:cNvPr>
            <p:cNvSpPr/>
            <p:nvPr/>
          </p:nvSpPr>
          <p:spPr>
            <a:xfrm>
              <a:off x="296641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1" name="任意多边形: 形状 340">
              <a:extLst>
                <a:ext uri="{FF2B5EF4-FFF2-40B4-BE49-F238E27FC236}">
                  <a16:creationId xmlns:a16="http://schemas.microsoft.com/office/drawing/2014/main" id="{D99A73E6-58D4-4F44-8BD2-C8CE4BB208A7}"/>
                </a:ext>
              </a:extLst>
            </p:cNvPr>
            <p:cNvSpPr/>
            <p:nvPr/>
          </p:nvSpPr>
          <p:spPr>
            <a:xfrm>
              <a:off x="296641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2" name="任意多边形: 形状 341">
              <a:extLst>
                <a:ext uri="{FF2B5EF4-FFF2-40B4-BE49-F238E27FC236}">
                  <a16:creationId xmlns:a16="http://schemas.microsoft.com/office/drawing/2014/main" id="{520C9386-F6EF-4395-851E-74E7A94C6345}"/>
                </a:ext>
              </a:extLst>
            </p:cNvPr>
            <p:cNvSpPr/>
            <p:nvPr/>
          </p:nvSpPr>
          <p:spPr>
            <a:xfrm>
              <a:off x="296641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3" name="任意多边形: 形状 342">
              <a:extLst>
                <a:ext uri="{FF2B5EF4-FFF2-40B4-BE49-F238E27FC236}">
                  <a16:creationId xmlns:a16="http://schemas.microsoft.com/office/drawing/2014/main" id="{A8F4623D-0180-4BC0-A65D-B14F7276D884}"/>
                </a:ext>
              </a:extLst>
            </p:cNvPr>
            <p:cNvSpPr/>
            <p:nvPr/>
          </p:nvSpPr>
          <p:spPr>
            <a:xfrm>
              <a:off x="296641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4" name="任意多边形: 形状 343">
              <a:extLst>
                <a:ext uri="{FF2B5EF4-FFF2-40B4-BE49-F238E27FC236}">
                  <a16:creationId xmlns:a16="http://schemas.microsoft.com/office/drawing/2014/main" id="{A316790E-3AC1-4602-8818-63AD97C6575B}"/>
                </a:ext>
              </a:extLst>
            </p:cNvPr>
            <p:cNvSpPr/>
            <p:nvPr/>
          </p:nvSpPr>
          <p:spPr>
            <a:xfrm>
              <a:off x="296641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5" name="任意多边形: 形状 344">
              <a:extLst>
                <a:ext uri="{FF2B5EF4-FFF2-40B4-BE49-F238E27FC236}">
                  <a16:creationId xmlns:a16="http://schemas.microsoft.com/office/drawing/2014/main" id="{89766658-5B46-4F5F-9C49-BD25F496CCBD}"/>
                </a:ext>
              </a:extLst>
            </p:cNvPr>
            <p:cNvSpPr/>
            <p:nvPr/>
          </p:nvSpPr>
          <p:spPr>
            <a:xfrm>
              <a:off x="296641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6" name="任意多边形: 形状 345">
              <a:extLst>
                <a:ext uri="{FF2B5EF4-FFF2-40B4-BE49-F238E27FC236}">
                  <a16:creationId xmlns:a16="http://schemas.microsoft.com/office/drawing/2014/main" id="{E2F156AC-D19C-4BE6-8217-1E608E7DFA34}"/>
                </a:ext>
              </a:extLst>
            </p:cNvPr>
            <p:cNvSpPr/>
            <p:nvPr/>
          </p:nvSpPr>
          <p:spPr>
            <a:xfrm>
              <a:off x="296641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7" name="任意多边形: 形状 346">
              <a:extLst>
                <a:ext uri="{FF2B5EF4-FFF2-40B4-BE49-F238E27FC236}">
                  <a16:creationId xmlns:a16="http://schemas.microsoft.com/office/drawing/2014/main" id="{853342C4-785E-4863-B2E7-24C75213DF07}"/>
                </a:ext>
              </a:extLst>
            </p:cNvPr>
            <p:cNvSpPr/>
            <p:nvPr/>
          </p:nvSpPr>
          <p:spPr>
            <a:xfrm>
              <a:off x="296641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8" name="任意多边形: 形状 347">
              <a:extLst>
                <a:ext uri="{FF2B5EF4-FFF2-40B4-BE49-F238E27FC236}">
                  <a16:creationId xmlns:a16="http://schemas.microsoft.com/office/drawing/2014/main" id="{5A5F278E-4781-48C5-A307-64F36DD529B4}"/>
                </a:ext>
              </a:extLst>
            </p:cNvPr>
            <p:cNvSpPr/>
            <p:nvPr/>
          </p:nvSpPr>
          <p:spPr>
            <a:xfrm>
              <a:off x="44662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9" name="任意多边形: 形状 348">
              <a:extLst>
                <a:ext uri="{FF2B5EF4-FFF2-40B4-BE49-F238E27FC236}">
                  <a16:creationId xmlns:a16="http://schemas.microsoft.com/office/drawing/2014/main" id="{2EF06540-7511-4339-9339-5A89A5EA39AC}"/>
                </a:ext>
              </a:extLst>
            </p:cNvPr>
            <p:cNvSpPr/>
            <p:nvPr/>
          </p:nvSpPr>
          <p:spPr>
            <a:xfrm>
              <a:off x="44662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0" name="任意多边形: 形状 349">
              <a:extLst>
                <a:ext uri="{FF2B5EF4-FFF2-40B4-BE49-F238E27FC236}">
                  <a16:creationId xmlns:a16="http://schemas.microsoft.com/office/drawing/2014/main" id="{A69F8D8E-FA52-4622-B4F5-30D02A443609}"/>
                </a:ext>
              </a:extLst>
            </p:cNvPr>
            <p:cNvSpPr/>
            <p:nvPr/>
          </p:nvSpPr>
          <p:spPr>
            <a:xfrm>
              <a:off x="44662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1" name="任意多边形: 形状 350">
              <a:extLst>
                <a:ext uri="{FF2B5EF4-FFF2-40B4-BE49-F238E27FC236}">
                  <a16:creationId xmlns:a16="http://schemas.microsoft.com/office/drawing/2014/main" id="{E83AEFD5-BAF8-446E-B209-FCBA7A67DDCF}"/>
                </a:ext>
              </a:extLst>
            </p:cNvPr>
            <p:cNvSpPr/>
            <p:nvPr/>
          </p:nvSpPr>
          <p:spPr>
            <a:xfrm>
              <a:off x="44662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2" name="任意多边形: 形状 351">
              <a:extLst>
                <a:ext uri="{FF2B5EF4-FFF2-40B4-BE49-F238E27FC236}">
                  <a16:creationId xmlns:a16="http://schemas.microsoft.com/office/drawing/2014/main" id="{571A4D29-C4EB-44C7-8EFB-1A718DDD7A66}"/>
                </a:ext>
              </a:extLst>
            </p:cNvPr>
            <p:cNvSpPr/>
            <p:nvPr/>
          </p:nvSpPr>
          <p:spPr>
            <a:xfrm>
              <a:off x="44662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3" name="任意多边形: 形状 352">
              <a:extLst>
                <a:ext uri="{FF2B5EF4-FFF2-40B4-BE49-F238E27FC236}">
                  <a16:creationId xmlns:a16="http://schemas.microsoft.com/office/drawing/2014/main" id="{1F2C5510-A556-4950-8F8F-D3FF0E5643A8}"/>
                </a:ext>
              </a:extLst>
            </p:cNvPr>
            <p:cNvSpPr/>
            <p:nvPr/>
          </p:nvSpPr>
          <p:spPr>
            <a:xfrm>
              <a:off x="44662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4" name="任意多边形: 形状 353">
              <a:extLst>
                <a:ext uri="{FF2B5EF4-FFF2-40B4-BE49-F238E27FC236}">
                  <a16:creationId xmlns:a16="http://schemas.microsoft.com/office/drawing/2014/main" id="{BA1B60D7-0578-41B4-A4B9-F8183130F23F}"/>
                </a:ext>
              </a:extLst>
            </p:cNvPr>
            <p:cNvSpPr/>
            <p:nvPr/>
          </p:nvSpPr>
          <p:spPr>
            <a:xfrm>
              <a:off x="44662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5" name="任意多边形: 形状 354">
              <a:extLst>
                <a:ext uri="{FF2B5EF4-FFF2-40B4-BE49-F238E27FC236}">
                  <a16:creationId xmlns:a16="http://schemas.microsoft.com/office/drawing/2014/main" id="{41A90C13-6822-4E80-AD05-ABC222A16CA8}"/>
                </a:ext>
              </a:extLst>
            </p:cNvPr>
            <p:cNvSpPr/>
            <p:nvPr/>
          </p:nvSpPr>
          <p:spPr>
            <a:xfrm>
              <a:off x="44662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6" name="任意多边形: 形状 355">
              <a:extLst>
                <a:ext uri="{FF2B5EF4-FFF2-40B4-BE49-F238E27FC236}">
                  <a16:creationId xmlns:a16="http://schemas.microsoft.com/office/drawing/2014/main" id="{AFB2B722-9335-414E-A15B-D147BFFDD462}"/>
                </a:ext>
              </a:extLst>
            </p:cNvPr>
            <p:cNvSpPr/>
            <p:nvPr/>
          </p:nvSpPr>
          <p:spPr>
            <a:xfrm>
              <a:off x="2638347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7" name="任意多边形: 形状 356">
              <a:extLst>
                <a:ext uri="{FF2B5EF4-FFF2-40B4-BE49-F238E27FC236}">
                  <a16:creationId xmlns:a16="http://schemas.microsoft.com/office/drawing/2014/main" id="{EBD985FD-D0C7-40B0-9ED9-2E2979670AD4}"/>
                </a:ext>
              </a:extLst>
            </p:cNvPr>
            <p:cNvSpPr/>
            <p:nvPr/>
          </p:nvSpPr>
          <p:spPr>
            <a:xfrm>
              <a:off x="2638347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8" name="任意多边形: 形状 357">
              <a:extLst>
                <a:ext uri="{FF2B5EF4-FFF2-40B4-BE49-F238E27FC236}">
                  <a16:creationId xmlns:a16="http://schemas.microsoft.com/office/drawing/2014/main" id="{36062ADE-205C-4879-BF35-38EA40DB0FFD}"/>
                </a:ext>
              </a:extLst>
            </p:cNvPr>
            <p:cNvSpPr/>
            <p:nvPr/>
          </p:nvSpPr>
          <p:spPr>
            <a:xfrm>
              <a:off x="2638347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9" name="任意多边形: 形状 358">
              <a:extLst>
                <a:ext uri="{FF2B5EF4-FFF2-40B4-BE49-F238E27FC236}">
                  <a16:creationId xmlns:a16="http://schemas.microsoft.com/office/drawing/2014/main" id="{43837157-6779-4F5C-BA4E-A632EFEDF915}"/>
                </a:ext>
              </a:extLst>
            </p:cNvPr>
            <p:cNvSpPr/>
            <p:nvPr/>
          </p:nvSpPr>
          <p:spPr>
            <a:xfrm>
              <a:off x="26383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0" name="任意多边形: 形状 359">
              <a:extLst>
                <a:ext uri="{FF2B5EF4-FFF2-40B4-BE49-F238E27FC236}">
                  <a16:creationId xmlns:a16="http://schemas.microsoft.com/office/drawing/2014/main" id="{2ACF2127-CCF7-4058-A4FE-9E82E35B1B78}"/>
                </a:ext>
              </a:extLst>
            </p:cNvPr>
            <p:cNvSpPr/>
            <p:nvPr/>
          </p:nvSpPr>
          <p:spPr>
            <a:xfrm>
              <a:off x="26383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1" name="任意多边形: 形状 360">
              <a:extLst>
                <a:ext uri="{FF2B5EF4-FFF2-40B4-BE49-F238E27FC236}">
                  <a16:creationId xmlns:a16="http://schemas.microsoft.com/office/drawing/2014/main" id="{A1DA327A-AA15-49DD-8295-9AB7DFBA22EB}"/>
                </a:ext>
              </a:extLst>
            </p:cNvPr>
            <p:cNvSpPr/>
            <p:nvPr/>
          </p:nvSpPr>
          <p:spPr>
            <a:xfrm>
              <a:off x="26383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2" name="任意多边形: 形状 361">
              <a:extLst>
                <a:ext uri="{FF2B5EF4-FFF2-40B4-BE49-F238E27FC236}">
                  <a16:creationId xmlns:a16="http://schemas.microsoft.com/office/drawing/2014/main" id="{DA72C2BF-6661-4272-A558-3C0C96C452BC}"/>
                </a:ext>
              </a:extLst>
            </p:cNvPr>
            <p:cNvSpPr/>
            <p:nvPr/>
          </p:nvSpPr>
          <p:spPr>
            <a:xfrm>
              <a:off x="26383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3" name="任意多边形: 形状 362">
              <a:extLst>
                <a:ext uri="{FF2B5EF4-FFF2-40B4-BE49-F238E27FC236}">
                  <a16:creationId xmlns:a16="http://schemas.microsoft.com/office/drawing/2014/main" id="{128D8C5E-7823-45BD-89C7-98CA25797258}"/>
                </a:ext>
              </a:extLst>
            </p:cNvPr>
            <p:cNvSpPr/>
            <p:nvPr/>
          </p:nvSpPr>
          <p:spPr>
            <a:xfrm>
              <a:off x="26383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4" name="任意多边形: 形状 363">
              <a:extLst>
                <a:ext uri="{FF2B5EF4-FFF2-40B4-BE49-F238E27FC236}">
                  <a16:creationId xmlns:a16="http://schemas.microsoft.com/office/drawing/2014/main" id="{A2544E61-CAA5-4E10-A3FB-0EEBC14C25A2}"/>
                </a:ext>
              </a:extLst>
            </p:cNvPr>
            <p:cNvSpPr/>
            <p:nvPr/>
          </p:nvSpPr>
          <p:spPr>
            <a:xfrm>
              <a:off x="26383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5" name="任意多边形: 形状 364">
              <a:extLst>
                <a:ext uri="{FF2B5EF4-FFF2-40B4-BE49-F238E27FC236}">
                  <a16:creationId xmlns:a16="http://schemas.microsoft.com/office/drawing/2014/main" id="{5666FA42-0926-4CB4-B027-FEEA620C4679}"/>
                </a:ext>
              </a:extLst>
            </p:cNvPr>
            <p:cNvSpPr/>
            <p:nvPr/>
          </p:nvSpPr>
          <p:spPr>
            <a:xfrm>
              <a:off x="26383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6" name="任意多边形: 形状 365">
              <a:extLst>
                <a:ext uri="{FF2B5EF4-FFF2-40B4-BE49-F238E27FC236}">
                  <a16:creationId xmlns:a16="http://schemas.microsoft.com/office/drawing/2014/main" id="{04FFDFFD-D5A4-4956-AC1C-31D363923C25}"/>
                </a:ext>
              </a:extLst>
            </p:cNvPr>
            <p:cNvSpPr/>
            <p:nvPr/>
          </p:nvSpPr>
          <p:spPr>
            <a:xfrm>
              <a:off x="26383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7" name="任意多边形: 形状 366">
              <a:extLst>
                <a:ext uri="{FF2B5EF4-FFF2-40B4-BE49-F238E27FC236}">
                  <a16:creationId xmlns:a16="http://schemas.microsoft.com/office/drawing/2014/main" id="{D3D034DF-0974-4614-9BC4-858C9C2B666A}"/>
                </a:ext>
              </a:extLst>
            </p:cNvPr>
            <p:cNvSpPr/>
            <p:nvPr/>
          </p:nvSpPr>
          <p:spPr>
            <a:xfrm>
              <a:off x="4466236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8" name="任意多边形: 形状 367">
              <a:extLst>
                <a:ext uri="{FF2B5EF4-FFF2-40B4-BE49-F238E27FC236}">
                  <a16:creationId xmlns:a16="http://schemas.microsoft.com/office/drawing/2014/main" id="{A994F874-4D42-4FE9-9C9E-0AA0C68C9426}"/>
                </a:ext>
              </a:extLst>
            </p:cNvPr>
            <p:cNvSpPr/>
            <p:nvPr/>
          </p:nvSpPr>
          <p:spPr>
            <a:xfrm>
              <a:off x="4096538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9" name="任意多边形: 形状 368">
              <a:extLst>
                <a:ext uri="{FF2B5EF4-FFF2-40B4-BE49-F238E27FC236}">
                  <a16:creationId xmlns:a16="http://schemas.microsoft.com/office/drawing/2014/main" id="{B19BB64F-2181-484F-A381-104593258E7F}"/>
                </a:ext>
              </a:extLst>
            </p:cNvPr>
            <p:cNvSpPr/>
            <p:nvPr/>
          </p:nvSpPr>
          <p:spPr>
            <a:xfrm>
              <a:off x="5243519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0" name="任意多边形: 形状 369">
              <a:extLst>
                <a:ext uri="{FF2B5EF4-FFF2-40B4-BE49-F238E27FC236}">
                  <a16:creationId xmlns:a16="http://schemas.microsoft.com/office/drawing/2014/main" id="{CFAAB553-E878-44BB-B773-9A78D7D64701}"/>
                </a:ext>
              </a:extLst>
            </p:cNvPr>
            <p:cNvSpPr/>
            <p:nvPr/>
          </p:nvSpPr>
          <p:spPr>
            <a:xfrm>
              <a:off x="5243519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1" name="任意多边形: 形状 370">
              <a:extLst>
                <a:ext uri="{FF2B5EF4-FFF2-40B4-BE49-F238E27FC236}">
                  <a16:creationId xmlns:a16="http://schemas.microsoft.com/office/drawing/2014/main" id="{1E354B9A-AA33-4BB3-A4FC-11BA461081C7}"/>
                </a:ext>
              </a:extLst>
            </p:cNvPr>
            <p:cNvSpPr/>
            <p:nvPr/>
          </p:nvSpPr>
          <p:spPr>
            <a:xfrm>
              <a:off x="5243519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2" name="任意多边形: 形状 371">
              <a:extLst>
                <a:ext uri="{FF2B5EF4-FFF2-40B4-BE49-F238E27FC236}">
                  <a16:creationId xmlns:a16="http://schemas.microsoft.com/office/drawing/2014/main" id="{09FD1565-85C3-49A2-8BB7-4BD129C51A6F}"/>
                </a:ext>
              </a:extLst>
            </p:cNvPr>
            <p:cNvSpPr/>
            <p:nvPr/>
          </p:nvSpPr>
          <p:spPr>
            <a:xfrm>
              <a:off x="6773887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3" name="任意多边形: 形状 372">
              <a:extLst>
                <a:ext uri="{FF2B5EF4-FFF2-40B4-BE49-F238E27FC236}">
                  <a16:creationId xmlns:a16="http://schemas.microsoft.com/office/drawing/2014/main" id="{4286BA3E-FBBC-4AAA-B16A-FBEFA4117C11}"/>
                </a:ext>
              </a:extLst>
            </p:cNvPr>
            <p:cNvSpPr/>
            <p:nvPr/>
          </p:nvSpPr>
          <p:spPr>
            <a:xfrm>
              <a:off x="6773887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4" name="任意多边形: 形状 373">
              <a:extLst>
                <a:ext uri="{FF2B5EF4-FFF2-40B4-BE49-F238E27FC236}">
                  <a16:creationId xmlns:a16="http://schemas.microsoft.com/office/drawing/2014/main" id="{7B61B629-95D3-426B-88F7-AA6DE4DA7644}"/>
                </a:ext>
              </a:extLst>
            </p:cNvPr>
            <p:cNvSpPr/>
            <p:nvPr/>
          </p:nvSpPr>
          <p:spPr>
            <a:xfrm>
              <a:off x="6773887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5" name="任意多边形: 形状 374">
              <a:extLst>
                <a:ext uri="{FF2B5EF4-FFF2-40B4-BE49-F238E27FC236}">
                  <a16:creationId xmlns:a16="http://schemas.microsoft.com/office/drawing/2014/main" id="{1AA5D1D7-8946-4CD7-978A-815E7BB72C8D}"/>
                </a:ext>
              </a:extLst>
            </p:cNvPr>
            <p:cNvSpPr/>
            <p:nvPr/>
          </p:nvSpPr>
          <p:spPr>
            <a:xfrm>
              <a:off x="6304568" y="3997675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6" name="任意多边形: 形状 375">
              <a:extLst>
                <a:ext uri="{FF2B5EF4-FFF2-40B4-BE49-F238E27FC236}">
                  <a16:creationId xmlns:a16="http://schemas.microsoft.com/office/drawing/2014/main" id="{E69140A6-69C2-42C6-A35A-F781C5204B2E}"/>
                </a:ext>
              </a:extLst>
            </p:cNvPr>
            <p:cNvSpPr/>
            <p:nvPr/>
          </p:nvSpPr>
          <p:spPr>
            <a:xfrm>
              <a:off x="6304568" y="3894008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7" name="任意多边形: 形状 376">
              <a:extLst>
                <a:ext uri="{FF2B5EF4-FFF2-40B4-BE49-F238E27FC236}">
                  <a16:creationId xmlns:a16="http://schemas.microsoft.com/office/drawing/2014/main" id="{AE7A21D9-74FB-44AF-9439-7BE3A6152156}"/>
                </a:ext>
              </a:extLst>
            </p:cNvPr>
            <p:cNvSpPr/>
            <p:nvPr/>
          </p:nvSpPr>
          <p:spPr>
            <a:xfrm>
              <a:off x="6304568" y="3790342"/>
              <a:ext cx="20812" cy="69510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8" name="任意多边形: 形状 377">
              <a:extLst>
                <a:ext uri="{FF2B5EF4-FFF2-40B4-BE49-F238E27FC236}">
                  <a16:creationId xmlns:a16="http://schemas.microsoft.com/office/drawing/2014/main" id="{1F46182E-98FA-475E-B13A-1C48A3C7D029}"/>
                </a:ext>
              </a:extLst>
            </p:cNvPr>
            <p:cNvSpPr/>
            <p:nvPr/>
          </p:nvSpPr>
          <p:spPr>
            <a:xfrm>
              <a:off x="5861635" y="3997675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9" name="任意多边形: 形状 378">
              <a:extLst>
                <a:ext uri="{FF2B5EF4-FFF2-40B4-BE49-F238E27FC236}">
                  <a16:creationId xmlns:a16="http://schemas.microsoft.com/office/drawing/2014/main" id="{0388A13F-333D-4A37-8D5C-C1CB8A48F9FD}"/>
                </a:ext>
              </a:extLst>
            </p:cNvPr>
            <p:cNvSpPr/>
            <p:nvPr/>
          </p:nvSpPr>
          <p:spPr>
            <a:xfrm>
              <a:off x="5861635" y="3894008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0" name="任意多边形: 形状 379">
              <a:extLst>
                <a:ext uri="{FF2B5EF4-FFF2-40B4-BE49-F238E27FC236}">
                  <a16:creationId xmlns:a16="http://schemas.microsoft.com/office/drawing/2014/main" id="{B5D5F36B-C8FD-4397-8119-3F3D969D7373}"/>
                </a:ext>
              </a:extLst>
            </p:cNvPr>
            <p:cNvSpPr/>
            <p:nvPr/>
          </p:nvSpPr>
          <p:spPr>
            <a:xfrm>
              <a:off x="5861635" y="3790342"/>
              <a:ext cx="20883" cy="69510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1" name="任意多边形: 形状 380">
              <a:extLst>
                <a:ext uri="{FF2B5EF4-FFF2-40B4-BE49-F238E27FC236}">
                  <a16:creationId xmlns:a16="http://schemas.microsoft.com/office/drawing/2014/main" id="{B2B1A3B2-9840-43C4-B27E-3576007E1C41}"/>
                </a:ext>
              </a:extLst>
            </p:cNvPr>
            <p:cNvSpPr/>
            <p:nvPr/>
          </p:nvSpPr>
          <p:spPr>
            <a:xfrm>
              <a:off x="6840912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2" name="任意多边形: 形状 381">
              <a:extLst>
                <a:ext uri="{FF2B5EF4-FFF2-40B4-BE49-F238E27FC236}">
                  <a16:creationId xmlns:a16="http://schemas.microsoft.com/office/drawing/2014/main" id="{6D5216D2-2B75-467E-8EFB-88A196E4FB79}"/>
                </a:ext>
              </a:extLst>
            </p:cNvPr>
            <p:cNvSpPr/>
            <p:nvPr/>
          </p:nvSpPr>
          <p:spPr>
            <a:xfrm>
              <a:off x="6840912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3" name="任意多边形: 形状 382">
              <a:extLst>
                <a:ext uri="{FF2B5EF4-FFF2-40B4-BE49-F238E27FC236}">
                  <a16:creationId xmlns:a16="http://schemas.microsoft.com/office/drawing/2014/main" id="{A7D81C8D-4534-47AC-B78D-8DC2A96990D5}"/>
                </a:ext>
              </a:extLst>
            </p:cNvPr>
            <p:cNvSpPr/>
            <p:nvPr/>
          </p:nvSpPr>
          <p:spPr>
            <a:xfrm>
              <a:off x="594524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4" name="任意多边形: 形状 383">
              <a:extLst>
                <a:ext uri="{FF2B5EF4-FFF2-40B4-BE49-F238E27FC236}">
                  <a16:creationId xmlns:a16="http://schemas.microsoft.com/office/drawing/2014/main" id="{1DF45DA7-DFED-4481-9457-0F078D52EE6E}"/>
                </a:ext>
              </a:extLst>
            </p:cNvPr>
            <p:cNvSpPr/>
            <p:nvPr/>
          </p:nvSpPr>
          <p:spPr>
            <a:xfrm>
              <a:off x="594524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5" name="任意多边形: 形状 384">
              <a:extLst>
                <a:ext uri="{FF2B5EF4-FFF2-40B4-BE49-F238E27FC236}">
                  <a16:creationId xmlns:a16="http://schemas.microsoft.com/office/drawing/2014/main" id="{1054F9D5-82E9-42D3-95E7-97E3007FE475}"/>
                </a:ext>
              </a:extLst>
            </p:cNvPr>
            <p:cNvSpPr/>
            <p:nvPr/>
          </p:nvSpPr>
          <p:spPr>
            <a:xfrm>
              <a:off x="6117107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6" name="任意多边形: 形状 385">
              <a:extLst>
                <a:ext uri="{FF2B5EF4-FFF2-40B4-BE49-F238E27FC236}">
                  <a16:creationId xmlns:a16="http://schemas.microsoft.com/office/drawing/2014/main" id="{481E1874-3AF3-47DD-9D97-1060E185E1EC}"/>
                </a:ext>
              </a:extLst>
            </p:cNvPr>
            <p:cNvSpPr/>
            <p:nvPr/>
          </p:nvSpPr>
          <p:spPr>
            <a:xfrm>
              <a:off x="6117107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7" name="任意多边形: 形状 386">
              <a:extLst>
                <a:ext uri="{FF2B5EF4-FFF2-40B4-BE49-F238E27FC236}">
                  <a16:creationId xmlns:a16="http://schemas.microsoft.com/office/drawing/2014/main" id="{6C2171C9-912A-4010-BAA3-CA495854D608}"/>
                </a:ext>
              </a:extLst>
            </p:cNvPr>
            <p:cNvSpPr/>
            <p:nvPr/>
          </p:nvSpPr>
          <p:spPr>
            <a:xfrm>
              <a:off x="7238690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8" name="任意多边形: 形状 387">
              <a:extLst>
                <a:ext uri="{FF2B5EF4-FFF2-40B4-BE49-F238E27FC236}">
                  <a16:creationId xmlns:a16="http://schemas.microsoft.com/office/drawing/2014/main" id="{9B2A000B-1F7D-4B70-8824-494D2979ECCF}"/>
                </a:ext>
              </a:extLst>
            </p:cNvPr>
            <p:cNvSpPr/>
            <p:nvPr/>
          </p:nvSpPr>
          <p:spPr>
            <a:xfrm>
              <a:off x="7215267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9" name="任意多边形: 形状 388">
              <a:extLst>
                <a:ext uri="{FF2B5EF4-FFF2-40B4-BE49-F238E27FC236}">
                  <a16:creationId xmlns:a16="http://schemas.microsoft.com/office/drawing/2014/main" id="{C63C7D07-1BD2-43B0-9717-09203C715971}"/>
                </a:ext>
              </a:extLst>
            </p:cNvPr>
            <p:cNvSpPr/>
            <p:nvPr/>
          </p:nvSpPr>
          <p:spPr>
            <a:xfrm>
              <a:off x="7238690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0" name="任意多边形: 形状 389">
              <a:extLst>
                <a:ext uri="{FF2B5EF4-FFF2-40B4-BE49-F238E27FC236}">
                  <a16:creationId xmlns:a16="http://schemas.microsoft.com/office/drawing/2014/main" id="{EF85453A-639D-4072-9B32-8A6BE94F0300}"/>
                </a:ext>
              </a:extLst>
            </p:cNvPr>
            <p:cNvSpPr/>
            <p:nvPr/>
          </p:nvSpPr>
          <p:spPr>
            <a:xfrm>
              <a:off x="776487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1" name="任意多边形: 形状 390">
              <a:extLst>
                <a:ext uri="{FF2B5EF4-FFF2-40B4-BE49-F238E27FC236}">
                  <a16:creationId xmlns:a16="http://schemas.microsoft.com/office/drawing/2014/main" id="{96C7D395-2180-4461-AD24-2BC645B45270}"/>
                </a:ext>
              </a:extLst>
            </p:cNvPr>
            <p:cNvSpPr/>
            <p:nvPr/>
          </p:nvSpPr>
          <p:spPr>
            <a:xfrm>
              <a:off x="776487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2" name="任意多边形: 形状 391">
              <a:extLst>
                <a:ext uri="{FF2B5EF4-FFF2-40B4-BE49-F238E27FC236}">
                  <a16:creationId xmlns:a16="http://schemas.microsoft.com/office/drawing/2014/main" id="{13D8EFDD-C737-438A-B2D8-A244C26AEC98}"/>
                </a:ext>
              </a:extLst>
            </p:cNvPr>
            <p:cNvSpPr/>
            <p:nvPr/>
          </p:nvSpPr>
          <p:spPr>
            <a:xfrm>
              <a:off x="81398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3" name="任意多边形: 形状 392">
              <a:extLst>
                <a:ext uri="{FF2B5EF4-FFF2-40B4-BE49-F238E27FC236}">
                  <a16:creationId xmlns:a16="http://schemas.microsoft.com/office/drawing/2014/main" id="{E63F8E8C-6CD3-4066-9729-4BB5FED8F0C1}"/>
                </a:ext>
              </a:extLst>
            </p:cNvPr>
            <p:cNvSpPr/>
            <p:nvPr/>
          </p:nvSpPr>
          <p:spPr>
            <a:xfrm>
              <a:off x="81398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4" name="任意多边形: 形状 393">
              <a:extLst>
                <a:ext uri="{FF2B5EF4-FFF2-40B4-BE49-F238E27FC236}">
                  <a16:creationId xmlns:a16="http://schemas.microsoft.com/office/drawing/2014/main" id="{7266C607-441F-43A5-A07B-CF1EC208269A}"/>
                </a:ext>
              </a:extLst>
            </p:cNvPr>
            <p:cNvSpPr/>
            <p:nvPr/>
          </p:nvSpPr>
          <p:spPr>
            <a:xfrm>
              <a:off x="8517465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5" name="任意多边形: 形状 394">
              <a:extLst>
                <a:ext uri="{FF2B5EF4-FFF2-40B4-BE49-F238E27FC236}">
                  <a16:creationId xmlns:a16="http://schemas.microsoft.com/office/drawing/2014/main" id="{AC39BE26-0185-4BAE-8504-49D0A2A0A576}"/>
                </a:ext>
              </a:extLst>
            </p:cNvPr>
            <p:cNvSpPr/>
            <p:nvPr/>
          </p:nvSpPr>
          <p:spPr>
            <a:xfrm>
              <a:off x="85174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6" name="任意多边形: 形状 395">
              <a:extLst>
                <a:ext uri="{FF2B5EF4-FFF2-40B4-BE49-F238E27FC236}">
                  <a16:creationId xmlns:a16="http://schemas.microsoft.com/office/drawing/2014/main" id="{296B6CD4-2F5C-4DF2-AC58-8CF325442755}"/>
                </a:ext>
              </a:extLst>
            </p:cNvPr>
            <p:cNvSpPr/>
            <p:nvPr/>
          </p:nvSpPr>
          <p:spPr>
            <a:xfrm>
              <a:off x="85174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7" name="任意多边形: 形状 396">
              <a:extLst>
                <a:ext uri="{FF2B5EF4-FFF2-40B4-BE49-F238E27FC236}">
                  <a16:creationId xmlns:a16="http://schemas.microsoft.com/office/drawing/2014/main" id="{636025D3-2105-4B59-A75E-84C4D5543357}"/>
                </a:ext>
              </a:extLst>
            </p:cNvPr>
            <p:cNvSpPr/>
            <p:nvPr/>
          </p:nvSpPr>
          <p:spPr>
            <a:xfrm>
              <a:off x="8892384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8" name="任意多边形: 形状 397">
              <a:extLst>
                <a:ext uri="{FF2B5EF4-FFF2-40B4-BE49-F238E27FC236}">
                  <a16:creationId xmlns:a16="http://schemas.microsoft.com/office/drawing/2014/main" id="{8B668546-5A03-475A-873D-1F29D9B517CD}"/>
                </a:ext>
              </a:extLst>
            </p:cNvPr>
            <p:cNvSpPr/>
            <p:nvPr/>
          </p:nvSpPr>
          <p:spPr>
            <a:xfrm>
              <a:off x="8892384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9" name="任意多边形: 形状 398">
              <a:extLst>
                <a:ext uri="{FF2B5EF4-FFF2-40B4-BE49-F238E27FC236}">
                  <a16:creationId xmlns:a16="http://schemas.microsoft.com/office/drawing/2014/main" id="{CE1C2C8A-279F-42ED-9E76-B9BC5B6EEA5C}"/>
                </a:ext>
              </a:extLst>
            </p:cNvPr>
            <p:cNvSpPr/>
            <p:nvPr/>
          </p:nvSpPr>
          <p:spPr>
            <a:xfrm>
              <a:off x="8892384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0" name="任意多边形: 形状 399">
              <a:extLst>
                <a:ext uri="{FF2B5EF4-FFF2-40B4-BE49-F238E27FC236}">
                  <a16:creationId xmlns:a16="http://schemas.microsoft.com/office/drawing/2014/main" id="{9E05A0AC-7298-4EEF-887D-1A0D214F6AFB}"/>
                </a:ext>
              </a:extLst>
            </p:cNvPr>
            <p:cNvSpPr/>
            <p:nvPr/>
          </p:nvSpPr>
          <p:spPr>
            <a:xfrm>
              <a:off x="9280356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1" name="任意多边形: 形状 400">
              <a:extLst>
                <a:ext uri="{FF2B5EF4-FFF2-40B4-BE49-F238E27FC236}">
                  <a16:creationId xmlns:a16="http://schemas.microsoft.com/office/drawing/2014/main" id="{81E21E61-3F03-4613-B199-2EE01216AFC4}"/>
                </a:ext>
              </a:extLst>
            </p:cNvPr>
            <p:cNvSpPr/>
            <p:nvPr/>
          </p:nvSpPr>
          <p:spPr>
            <a:xfrm>
              <a:off x="9280356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2" name="任意多边形: 形状 401">
              <a:extLst>
                <a:ext uri="{FF2B5EF4-FFF2-40B4-BE49-F238E27FC236}">
                  <a16:creationId xmlns:a16="http://schemas.microsoft.com/office/drawing/2014/main" id="{33C8252E-6996-4D18-8EB8-E9F6109D4F99}"/>
                </a:ext>
              </a:extLst>
            </p:cNvPr>
            <p:cNvSpPr/>
            <p:nvPr/>
          </p:nvSpPr>
          <p:spPr>
            <a:xfrm>
              <a:off x="9280356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3" name="任意多边形: 形状 402">
              <a:extLst>
                <a:ext uri="{FF2B5EF4-FFF2-40B4-BE49-F238E27FC236}">
                  <a16:creationId xmlns:a16="http://schemas.microsoft.com/office/drawing/2014/main" id="{9AB7FEA7-E8E6-4612-81F2-91C4CE9719F5}"/>
                </a:ext>
              </a:extLst>
            </p:cNvPr>
            <p:cNvSpPr/>
            <p:nvPr/>
          </p:nvSpPr>
          <p:spPr>
            <a:xfrm>
              <a:off x="2482072" y="2261947"/>
              <a:ext cx="7225200" cy="2435565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04" name="任意多边形: 形状 403">
              <a:extLst>
                <a:ext uri="{FF2B5EF4-FFF2-40B4-BE49-F238E27FC236}">
                  <a16:creationId xmlns:a16="http://schemas.microsoft.com/office/drawing/2014/main" id="{2C37820C-E31C-4488-9BE1-75FBB6085DF8}"/>
                </a:ext>
              </a:extLst>
            </p:cNvPr>
            <p:cNvSpPr/>
            <p:nvPr/>
          </p:nvSpPr>
          <p:spPr>
            <a:xfrm>
              <a:off x="4773707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5" name="任意多边形: 形状 404">
              <a:extLst>
                <a:ext uri="{FF2B5EF4-FFF2-40B4-BE49-F238E27FC236}">
                  <a16:creationId xmlns:a16="http://schemas.microsoft.com/office/drawing/2014/main" id="{85E5B819-6F9F-42B9-9A20-4FD6980CFD3C}"/>
                </a:ext>
              </a:extLst>
            </p:cNvPr>
            <p:cNvSpPr/>
            <p:nvPr/>
          </p:nvSpPr>
          <p:spPr>
            <a:xfrm>
              <a:off x="4750283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6" name="任意多边形: 形状 405">
              <a:extLst>
                <a:ext uri="{FF2B5EF4-FFF2-40B4-BE49-F238E27FC236}">
                  <a16:creationId xmlns:a16="http://schemas.microsoft.com/office/drawing/2014/main" id="{F21776F7-6EB1-4A2E-87C4-FAB7B88038F6}"/>
                </a:ext>
              </a:extLst>
            </p:cNvPr>
            <p:cNvSpPr/>
            <p:nvPr/>
          </p:nvSpPr>
          <p:spPr>
            <a:xfrm>
              <a:off x="4773636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7" name="任意多边形: 形状 406">
              <a:extLst>
                <a:ext uri="{FF2B5EF4-FFF2-40B4-BE49-F238E27FC236}">
                  <a16:creationId xmlns:a16="http://schemas.microsoft.com/office/drawing/2014/main" id="{BC353216-8518-4378-BB88-B39F388ADC74}"/>
                </a:ext>
              </a:extLst>
            </p:cNvPr>
            <p:cNvSpPr/>
            <p:nvPr/>
          </p:nvSpPr>
          <p:spPr>
            <a:xfrm>
              <a:off x="428921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8" name="任意多边形: 形状 407">
              <a:extLst>
                <a:ext uri="{FF2B5EF4-FFF2-40B4-BE49-F238E27FC236}">
                  <a16:creationId xmlns:a16="http://schemas.microsoft.com/office/drawing/2014/main" id="{FBBA43BC-E9CC-4ECE-A8A0-263011D5ADFA}"/>
                </a:ext>
              </a:extLst>
            </p:cNvPr>
            <p:cNvSpPr/>
            <p:nvPr/>
          </p:nvSpPr>
          <p:spPr>
            <a:xfrm>
              <a:off x="428921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9" name="任意多边形: 形状 408">
              <a:extLst>
                <a:ext uri="{FF2B5EF4-FFF2-40B4-BE49-F238E27FC236}">
                  <a16:creationId xmlns:a16="http://schemas.microsoft.com/office/drawing/2014/main" id="{B7C855D4-7CC3-46BF-8B29-15CDAE9323C9}"/>
                </a:ext>
              </a:extLst>
            </p:cNvPr>
            <p:cNvSpPr/>
            <p:nvPr/>
          </p:nvSpPr>
          <p:spPr>
            <a:xfrm>
              <a:off x="39142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0" name="任意多边形: 形状 409">
              <a:extLst>
                <a:ext uri="{FF2B5EF4-FFF2-40B4-BE49-F238E27FC236}">
                  <a16:creationId xmlns:a16="http://schemas.microsoft.com/office/drawing/2014/main" id="{80A9964E-CCF1-4282-B516-391A87C0011A}"/>
                </a:ext>
              </a:extLst>
            </p:cNvPr>
            <p:cNvSpPr/>
            <p:nvPr/>
          </p:nvSpPr>
          <p:spPr>
            <a:xfrm>
              <a:off x="39142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1" name="任意多边形: 形状 410">
              <a:extLst>
                <a:ext uri="{FF2B5EF4-FFF2-40B4-BE49-F238E27FC236}">
                  <a16:creationId xmlns:a16="http://schemas.microsoft.com/office/drawing/2014/main" id="{74071369-1D3C-4508-9EDF-5603BC7B0B55}"/>
                </a:ext>
              </a:extLst>
            </p:cNvPr>
            <p:cNvSpPr/>
            <p:nvPr/>
          </p:nvSpPr>
          <p:spPr>
            <a:xfrm>
              <a:off x="353662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2" name="任意多边形: 形状 411">
              <a:extLst>
                <a:ext uri="{FF2B5EF4-FFF2-40B4-BE49-F238E27FC236}">
                  <a16:creationId xmlns:a16="http://schemas.microsoft.com/office/drawing/2014/main" id="{F64EE310-A717-4011-A181-1A64C5F09D29}"/>
                </a:ext>
              </a:extLst>
            </p:cNvPr>
            <p:cNvSpPr/>
            <p:nvPr/>
          </p:nvSpPr>
          <p:spPr>
            <a:xfrm>
              <a:off x="35366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3" name="任意多边形: 形状 412">
              <a:extLst>
                <a:ext uri="{FF2B5EF4-FFF2-40B4-BE49-F238E27FC236}">
                  <a16:creationId xmlns:a16="http://schemas.microsoft.com/office/drawing/2014/main" id="{49ED4222-4BF3-40CD-8B2C-F4223058508E}"/>
                </a:ext>
              </a:extLst>
            </p:cNvPr>
            <p:cNvSpPr/>
            <p:nvPr/>
          </p:nvSpPr>
          <p:spPr>
            <a:xfrm>
              <a:off x="35366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4" name="任意多边形: 形状 413">
              <a:extLst>
                <a:ext uri="{FF2B5EF4-FFF2-40B4-BE49-F238E27FC236}">
                  <a16:creationId xmlns:a16="http://schemas.microsoft.com/office/drawing/2014/main" id="{D4A8E1C0-CEA6-4749-A8B1-E4ACD75D4737}"/>
                </a:ext>
              </a:extLst>
            </p:cNvPr>
            <p:cNvSpPr/>
            <p:nvPr/>
          </p:nvSpPr>
          <p:spPr>
            <a:xfrm>
              <a:off x="316170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5" name="任意多边形: 形状 414">
              <a:extLst>
                <a:ext uri="{FF2B5EF4-FFF2-40B4-BE49-F238E27FC236}">
                  <a16:creationId xmlns:a16="http://schemas.microsoft.com/office/drawing/2014/main" id="{D91B4068-B2D0-4842-904C-E6137F016168}"/>
                </a:ext>
              </a:extLst>
            </p:cNvPr>
            <p:cNvSpPr/>
            <p:nvPr/>
          </p:nvSpPr>
          <p:spPr>
            <a:xfrm>
              <a:off x="316170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6" name="任意多边形: 形状 415">
              <a:extLst>
                <a:ext uri="{FF2B5EF4-FFF2-40B4-BE49-F238E27FC236}">
                  <a16:creationId xmlns:a16="http://schemas.microsoft.com/office/drawing/2014/main" id="{3B185153-2EAB-4A5F-8B7E-8B5D6EE88676}"/>
                </a:ext>
              </a:extLst>
            </p:cNvPr>
            <p:cNvSpPr/>
            <p:nvPr/>
          </p:nvSpPr>
          <p:spPr>
            <a:xfrm>
              <a:off x="316170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7" name="任意多边形: 形状 416">
              <a:extLst>
                <a:ext uri="{FF2B5EF4-FFF2-40B4-BE49-F238E27FC236}">
                  <a16:creationId xmlns:a16="http://schemas.microsoft.com/office/drawing/2014/main" id="{E2641D9E-6C06-460D-A33A-4764EE11F44E}"/>
                </a:ext>
              </a:extLst>
            </p:cNvPr>
            <p:cNvSpPr/>
            <p:nvPr/>
          </p:nvSpPr>
          <p:spPr>
            <a:xfrm>
              <a:off x="2773738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8" name="任意多边形: 形状 417">
              <a:extLst>
                <a:ext uri="{FF2B5EF4-FFF2-40B4-BE49-F238E27FC236}">
                  <a16:creationId xmlns:a16="http://schemas.microsoft.com/office/drawing/2014/main" id="{7D642D46-A237-4EF1-8722-F785BA832A46}"/>
                </a:ext>
              </a:extLst>
            </p:cNvPr>
            <p:cNvSpPr/>
            <p:nvPr/>
          </p:nvSpPr>
          <p:spPr>
            <a:xfrm>
              <a:off x="2773738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9" name="任意多边形: 形状 418">
              <a:extLst>
                <a:ext uri="{FF2B5EF4-FFF2-40B4-BE49-F238E27FC236}">
                  <a16:creationId xmlns:a16="http://schemas.microsoft.com/office/drawing/2014/main" id="{527B9684-7DDF-4217-8500-15B39B1E8DED}"/>
                </a:ext>
              </a:extLst>
            </p:cNvPr>
            <p:cNvSpPr/>
            <p:nvPr/>
          </p:nvSpPr>
          <p:spPr>
            <a:xfrm>
              <a:off x="2773738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0" name="任意多边形: 形状 419">
              <a:extLst>
                <a:ext uri="{FF2B5EF4-FFF2-40B4-BE49-F238E27FC236}">
                  <a16:creationId xmlns:a16="http://schemas.microsoft.com/office/drawing/2014/main" id="{02833D7A-5E6E-4C7B-A8D4-856381D436E3}"/>
                </a:ext>
              </a:extLst>
            </p:cNvPr>
            <p:cNvSpPr/>
            <p:nvPr/>
          </p:nvSpPr>
          <p:spPr>
            <a:xfrm>
              <a:off x="522136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1" name="任意多边形: 形状 420">
              <a:extLst>
                <a:ext uri="{FF2B5EF4-FFF2-40B4-BE49-F238E27FC236}">
                  <a16:creationId xmlns:a16="http://schemas.microsoft.com/office/drawing/2014/main" id="{1DC79B86-BB19-4D6E-99F5-386A17D6485E}"/>
                </a:ext>
              </a:extLst>
            </p:cNvPr>
            <p:cNvSpPr/>
            <p:nvPr/>
          </p:nvSpPr>
          <p:spPr>
            <a:xfrm>
              <a:off x="522136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2" name="任意多边形: 形状 421">
              <a:extLst>
                <a:ext uri="{FF2B5EF4-FFF2-40B4-BE49-F238E27FC236}">
                  <a16:creationId xmlns:a16="http://schemas.microsoft.com/office/drawing/2014/main" id="{ABD16C9A-6914-45F8-AB3A-CF5A32A4D347}"/>
                </a:ext>
              </a:extLst>
            </p:cNvPr>
            <p:cNvSpPr/>
            <p:nvPr/>
          </p:nvSpPr>
          <p:spPr>
            <a:xfrm>
              <a:off x="550181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3" name="任意多边形: 形状 422">
              <a:extLst>
                <a:ext uri="{FF2B5EF4-FFF2-40B4-BE49-F238E27FC236}">
                  <a16:creationId xmlns:a16="http://schemas.microsoft.com/office/drawing/2014/main" id="{294866EC-A6F4-4928-BD3B-744F62EE1368}"/>
                </a:ext>
              </a:extLst>
            </p:cNvPr>
            <p:cNvSpPr/>
            <p:nvPr/>
          </p:nvSpPr>
          <p:spPr>
            <a:xfrm>
              <a:off x="550181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4" name="任意多边形: 形状 423">
              <a:extLst>
                <a:ext uri="{FF2B5EF4-FFF2-40B4-BE49-F238E27FC236}">
                  <a16:creationId xmlns:a16="http://schemas.microsoft.com/office/drawing/2014/main" id="{0D6B6981-71E5-4192-BC78-F8C318E60A1D}"/>
                </a:ext>
              </a:extLst>
            </p:cNvPr>
            <p:cNvSpPr/>
            <p:nvPr/>
          </p:nvSpPr>
          <p:spPr>
            <a:xfrm>
              <a:off x="567368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5" name="任意多边形: 形状 424">
              <a:extLst>
                <a:ext uri="{FF2B5EF4-FFF2-40B4-BE49-F238E27FC236}">
                  <a16:creationId xmlns:a16="http://schemas.microsoft.com/office/drawing/2014/main" id="{00A024B2-6404-4DEB-B044-4473BC3E8C57}"/>
                </a:ext>
              </a:extLst>
            </p:cNvPr>
            <p:cNvSpPr/>
            <p:nvPr/>
          </p:nvSpPr>
          <p:spPr>
            <a:xfrm>
              <a:off x="567368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6" name="任意多边形: 形状 425">
              <a:extLst>
                <a:ext uri="{FF2B5EF4-FFF2-40B4-BE49-F238E27FC236}">
                  <a16:creationId xmlns:a16="http://schemas.microsoft.com/office/drawing/2014/main" id="{09279CA9-E22D-42B8-B715-151509FA7ADD}"/>
                </a:ext>
              </a:extLst>
            </p:cNvPr>
            <p:cNvSpPr/>
            <p:nvPr/>
          </p:nvSpPr>
          <p:spPr>
            <a:xfrm>
              <a:off x="6389443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7" name="任意多边形: 形状 426">
              <a:extLst>
                <a:ext uri="{FF2B5EF4-FFF2-40B4-BE49-F238E27FC236}">
                  <a16:creationId xmlns:a16="http://schemas.microsoft.com/office/drawing/2014/main" id="{49898847-0ABC-4EB2-AAAF-434CEEFFF1DB}"/>
                </a:ext>
              </a:extLst>
            </p:cNvPr>
            <p:cNvSpPr/>
            <p:nvPr/>
          </p:nvSpPr>
          <p:spPr>
            <a:xfrm>
              <a:off x="6389443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8" name="任意多边形: 形状 427">
              <a:extLst>
                <a:ext uri="{FF2B5EF4-FFF2-40B4-BE49-F238E27FC236}">
                  <a16:creationId xmlns:a16="http://schemas.microsoft.com/office/drawing/2014/main" id="{98CB2BA4-D905-4282-81C9-203D2EF07693}"/>
                </a:ext>
              </a:extLst>
            </p:cNvPr>
            <p:cNvSpPr/>
            <p:nvPr/>
          </p:nvSpPr>
          <p:spPr>
            <a:xfrm>
              <a:off x="6561309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9" name="任意多边形: 形状 428">
              <a:extLst>
                <a:ext uri="{FF2B5EF4-FFF2-40B4-BE49-F238E27FC236}">
                  <a16:creationId xmlns:a16="http://schemas.microsoft.com/office/drawing/2014/main" id="{7436558F-78E0-4E06-9A01-AEC8F024E1CB}"/>
                </a:ext>
              </a:extLst>
            </p:cNvPr>
            <p:cNvSpPr/>
            <p:nvPr/>
          </p:nvSpPr>
          <p:spPr>
            <a:xfrm>
              <a:off x="6561309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30" name="组合 429">
              <a:extLst>
                <a:ext uri="{FF2B5EF4-FFF2-40B4-BE49-F238E27FC236}">
                  <a16:creationId xmlns:a16="http://schemas.microsoft.com/office/drawing/2014/main" id="{3D5EB77F-13F0-440C-9906-2D87C15FE9C4}"/>
                </a:ext>
              </a:extLst>
            </p:cNvPr>
            <p:cNvGrpSpPr/>
            <p:nvPr userDrawn="1"/>
          </p:nvGrpSpPr>
          <p:grpSpPr>
            <a:xfrm>
              <a:off x="5231348" y="4214108"/>
              <a:ext cx="2315794" cy="381437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441" name="任意多边形: 形状 440">
                <a:extLst>
                  <a:ext uri="{FF2B5EF4-FFF2-40B4-BE49-F238E27FC236}">
                    <a16:creationId xmlns:a16="http://schemas.microsoft.com/office/drawing/2014/main" id="{F5C73BA5-0755-4E1C-ACD6-E4387A9626A4}"/>
                  </a:ext>
                </a:extLst>
              </p:cNvPr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2" name="任意多边形: 形状 441">
                <a:extLst>
                  <a:ext uri="{FF2B5EF4-FFF2-40B4-BE49-F238E27FC236}">
                    <a16:creationId xmlns:a16="http://schemas.microsoft.com/office/drawing/2014/main" id="{402A36A7-2E72-4F48-82A1-6695AB4A86B4}"/>
                  </a:ext>
                </a:extLst>
              </p:cNvPr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3" name="任意多边形: 形状 442">
                <a:extLst>
                  <a:ext uri="{FF2B5EF4-FFF2-40B4-BE49-F238E27FC236}">
                    <a16:creationId xmlns:a16="http://schemas.microsoft.com/office/drawing/2014/main" id="{34ED1E3C-A020-45AD-B6CD-ABA05E55F90F}"/>
                  </a:ext>
                </a:extLst>
              </p:cNvPr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4" name="任意多边形: 形状 443">
                <a:extLst>
                  <a:ext uri="{FF2B5EF4-FFF2-40B4-BE49-F238E27FC236}">
                    <a16:creationId xmlns:a16="http://schemas.microsoft.com/office/drawing/2014/main" id="{EBC8B274-FFE9-438F-BC24-2E90319504B4}"/>
                  </a:ext>
                </a:extLst>
              </p:cNvPr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5" name="任意多边形: 形状 444">
                <a:extLst>
                  <a:ext uri="{FF2B5EF4-FFF2-40B4-BE49-F238E27FC236}">
                    <a16:creationId xmlns:a16="http://schemas.microsoft.com/office/drawing/2014/main" id="{1B26B1B6-DC9F-4CB4-8229-78C3048D95CF}"/>
                  </a:ext>
                </a:extLst>
              </p:cNvPr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6" name="任意多边形: 形状 445">
                <a:extLst>
                  <a:ext uri="{FF2B5EF4-FFF2-40B4-BE49-F238E27FC236}">
                    <a16:creationId xmlns:a16="http://schemas.microsoft.com/office/drawing/2014/main" id="{61ABD895-ECED-466D-9C61-D42F96507F5D}"/>
                  </a:ext>
                </a:extLst>
              </p:cNvPr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7" name="任意多边形: 形状 446">
                <a:extLst>
                  <a:ext uri="{FF2B5EF4-FFF2-40B4-BE49-F238E27FC236}">
                    <a16:creationId xmlns:a16="http://schemas.microsoft.com/office/drawing/2014/main" id="{D25F483F-DB8C-4C23-8979-0C838A5C48B2}"/>
                  </a:ext>
                </a:extLst>
              </p:cNvPr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8" name="任意多边形: 形状 447">
                <a:extLst>
                  <a:ext uri="{FF2B5EF4-FFF2-40B4-BE49-F238E27FC236}">
                    <a16:creationId xmlns:a16="http://schemas.microsoft.com/office/drawing/2014/main" id="{E69448DB-1ADF-4285-8370-11D488536318}"/>
                  </a:ext>
                </a:extLst>
              </p:cNvPr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9" name="任意多边形: 形状 448">
                <a:extLst>
                  <a:ext uri="{FF2B5EF4-FFF2-40B4-BE49-F238E27FC236}">
                    <a16:creationId xmlns:a16="http://schemas.microsoft.com/office/drawing/2014/main" id="{CAD4AC2F-C074-41D2-9B3B-0C36326B6935}"/>
                  </a:ext>
                </a:extLst>
              </p:cNvPr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0" name="任意多边形: 形状 449">
                <a:extLst>
                  <a:ext uri="{FF2B5EF4-FFF2-40B4-BE49-F238E27FC236}">
                    <a16:creationId xmlns:a16="http://schemas.microsoft.com/office/drawing/2014/main" id="{66A7A228-BC17-4449-9BD7-FC86993E8A16}"/>
                  </a:ext>
                </a:extLst>
              </p:cNvPr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1" name="任意多边形: 形状 450">
                <a:extLst>
                  <a:ext uri="{FF2B5EF4-FFF2-40B4-BE49-F238E27FC236}">
                    <a16:creationId xmlns:a16="http://schemas.microsoft.com/office/drawing/2014/main" id="{399ED90E-A2DD-4914-833A-867DBD830631}"/>
                  </a:ext>
                </a:extLst>
              </p:cNvPr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31" name="组合 430">
              <a:extLst>
                <a:ext uri="{FF2B5EF4-FFF2-40B4-BE49-F238E27FC236}">
                  <a16:creationId xmlns:a16="http://schemas.microsoft.com/office/drawing/2014/main" id="{198A648C-E332-4A53-9C90-4EFB3DD80BB1}"/>
                </a:ext>
              </a:extLst>
            </p:cNvPr>
            <p:cNvGrpSpPr/>
            <p:nvPr userDrawn="1"/>
          </p:nvGrpSpPr>
          <p:grpSpPr>
            <a:xfrm>
              <a:off x="4641638" y="4174133"/>
              <a:ext cx="479463" cy="461385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433" name="任意多边形: 形状 432">
                <a:extLst>
                  <a:ext uri="{FF2B5EF4-FFF2-40B4-BE49-F238E27FC236}">
                    <a16:creationId xmlns:a16="http://schemas.microsoft.com/office/drawing/2014/main" id="{C5A7E90C-67E1-4725-9915-E81E18020336}"/>
                  </a:ext>
                </a:extLst>
              </p:cNvPr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4" name="任意多边形: 形状 433">
                <a:extLst>
                  <a:ext uri="{FF2B5EF4-FFF2-40B4-BE49-F238E27FC236}">
                    <a16:creationId xmlns:a16="http://schemas.microsoft.com/office/drawing/2014/main" id="{4885533C-EE62-4CC9-AA85-E9C2EE02BA88}"/>
                  </a:ext>
                </a:extLst>
              </p:cNvPr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5" name="任意多边形: 形状 434">
                <a:extLst>
                  <a:ext uri="{FF2B5EF4-FFF2-40B4-BE49-F238E27FC236}">
                    <a16:creationId xmlns:a16="http://schemas.microsoft.com/office/drawing/2014/main" id="{95B9937D-C730-4D2D-A6BE-A1A8370A454A}"/>
                  </a:ext>
                </a:extLst>
              </p:cNvPr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6" name="任意多边形: 形状 435">
                <a:extLst>
                  <a:ext uri="{FF2B5EF4-FFF2-40B4-BE49-F238E27FC236}">
                    <a16:creationId xmlns:a16="http://schemas.microsoft.com/office/drawing/2014/main" id="{30695BC9-AEC1-4506-A1BC-4DF23503BEF4}"/>
                  </a:ext>
                </a:extLst>
              </p:cNvPr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7" name="任意多边形: 形状 436">
                <a:extLst>
                  <a:ext uri="{FF2B5EF4-FFF2-40B4-BE49-F238E27FC236}">
                    <a16:creationId xmlns:a16="http://schemas.microsoft.com/office/drawing/2014/main" id="{0BC4D602-4663-468B-A3BF-0CCBB13C143B}"/>
                  </a:ext>
                </a:extLst>
              </p:cNvPr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8" name="任意多边形: 形状 437">
                <a:extLst>
                  <a:ext uri="{FF2B5EF4-FFF2-40B4-BE49-F238E27FC236}">
                    <a16:creationId xmlns:a16="http://schemas.microsoft.com/office/drawing/2014/main" id="{FFA9EC07-C345-45CE-BEB7-E08957CF7327}"/>
                  </a:ext>
                </a:extLst>
              </p:cNvPr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9" name="任意多边形: 形状 438">
                <a:extLst>
                  <a:ext uri="{FF2B5EF4-FFF2-40B4-BE49-F238E27FC236}">
                    <a16:creationId xmlns:a16="http://schemas.microsoft.com/office/drawing/2014/main" id="{74DA34EB-8037-4F11-9206-DC90EDA9BEA5}"/>
                  </a:ext>
                </a:extLst>
              </p:cNvPr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0" name="任意多边形: 形状 439">
                <a:extLst>
                  <a:ext uri="{FF2B5EF4-FFF2-40B4-BE49-F238E27FC236}">
                    <a16:creationId xmlns:a16="http://schemas.microsoft.com/office/drawing/2014/main" id="{32CFD676-F841-489B-B98F-3DBFBB1A95E1}"/>
                  </a:ext>
                </a:extLst>
              </p:cNvPr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32" name="任意多边形: 形状 431">
              <a:extLst>
                <a:ext uri="{FF2B5EF4-FFF2-40B4-BE49-F238E27FC236}">
                  <a16:creationId xmlns:a16="http://schemas.microsoft.com/office/drawing/2014/main" id="{3AFC841B-8E2A-4668-89E2-DA297FE6B3C7}"/>
                </a:ext>
              </a:extLst>
            </p:cNvPr>
            <p:cNvSpPr/>
            <p:nvPr userDrawn="1"/>
          </p:nvSpPr>
          <p:spPr>
            <a:xfrm>
              <a:off x="4996943" y="1762331"/>
              <a:ext cx="2192664" cy="453068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34217090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749863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任意多边形: 形状 232">
            <a:extLst>
              <a:ext uri="{FF2B5EF4-FFF2-40B4-BE49-F238E27FC236}">
                <a16:creationId xmlns:a16="http://schemas.microsoft.com/office/drawing/2014/main" id="{B1A6A225-24A4-4EFC-8C1C-332F835DA99B}"/>
              </a:ext>
            </a:extLst>
          </p:cNvPr>
          <p:cNvSpPr/>
          <p:nvPr userDrawn="1"/>
        </p:nvSpPr>
        <p:spPr>
          <a:xfrm rot="16200000">
            <a:off x="166786" y="86836"/>
            <a:ext cx="375890" cy="709461"/>
          </a:xfrm>
          <a:custGeom>
            <a:avLst/>
            <a:gdLst>
              <a:gd name="connsiteX0" fmla="*/ 375890 w 375890"/>
              <a:gd name="connsiteY0" fmla="*/ 709461 h 709461"/>
              <a:gd name="connsiteX1" fmla="*/ 0 w 375890"/>
              <a:gd name="connsiteY1" fmla="*/ 709461 h 709461"/>
              <a:gd name="connsiteX2" fmla="*/ 15790 w 375890"/>
              <a:gd name="connsiteY2" fmla="*/ 0 h 709461"/>
              <a:gd name="connsiteX3" fmla="*/ 360100 w 375890"/>
              <a:gd name="connsiteY3" fmla="*/ 0 h 70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5890" h="709461">
                <a:moveTo>
                  <a:pt x="375890" y="709461"/>
                </a:moveTo>
                <a:lnTo>
                  <a:pt x="0" y="709461"/>
                </a:lnTo>
                <a:lnTo>
                  <a:pt x="15790" y="0"/>
                </a:lnTo>
                <a:lnTo>
                  <a:pt x="360100" y="0"/>
                </a:lnTo>
                <a:close/>
              </a:path>
            </a:pathLst>
          </a:custGeom>
          <a:gradFill>
            <a:gsLst>
              <a:gs pos="100000">
                <a:schemeClr val="accent1"/>
              </a:gs>
              <a:gs pos="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6" name="任意多边形: 形状 235">
            <a:extLst>
              <a:ext uri="{FF2B5EF4-FFF2-40B4-BE49-F238E27FC236}">
                <a16:creationId xmlns:a16="http://schemas.microsoft.com/office/drawing/2014/main" id="{2E38EB89-32ED-43A2-BF69-426EC3F0E16F}"/>
              </a:ext>
            </a:extLst>
          </p:cNvPr>
          <p:cNvSpPr/>
          <p:nvPr userDrawn="1"/>
        </p:nvSpPr>
        <p:spPr>
          <a:xfrm rot="16200000">
            <a:off x="167124" y="246541"/>
            <a:ext cx="267255" cy="601501"/>
          </a:xfrm>
          <a:custGeom>
            <a:avLst/>
            <a:gdLst>
              <a:gd name="connsiteX0" fmla="*/ 267255 w 267255"/>
              <a:gd name="connsiteY0" fmla="*/ 601501 h 601501"/>
              <a:gd name="connsiteX1" fmla="*/ 0 w 267255"/>
              <a:gd name="connsiteY1" fmla="*/ 601501 h 601501"/>
              <a:gd name="connsiteX2" fmla="*/ 10982 w 267255"/>
              <a:gd name="connsiteY2" fmla="*/ 0 h 601501"/>
              <a:gd name="connsiteX3" fmla="*/ 256273 w 267255"/>
              <a:gd name="connsiteY3" fmla="*/ 0 h 601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601501">
                <a:moveTo>
                  <a:pt x="267255" y="601501"/>
                </a:moveTo>
                <a:lnTo>
                  <a:pt x="0" y="601501"/>
                </a:lnTo>
                <a:lnTo>
                  <a:pt x="10982" y="0"/>
                </a:lnTo>
                <a:lnTo>
                  <a:pt x="25627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5" name="任意多边形: 形状 234">
            <a:extLst>
              <a:ext uri="{FF2B5EF4-FFF2-40B4-BE49-F238E27FC236}">
                <a16:creationId xmlns:a16="http://schemas.microsoft.com/office/drawing/2014/main" id="{E4558178-4BF1-4E23-A03E-AD3BC6BC2EEC}"/>
              </a:ext>
            </a:extLst>
          </p:cNvPr>
          <p:cNvSpPr/>
          <p:nvPr userDrawn="1"/>
        </p:nvSpPr>
        <p:spPr>
          <a:xfrm rot="16200000">
            <a:off x="159256" y="266068"/>
            <a:ext cx="267255" cy="585765"/>
          </a:xfrm>
          <a:custGeom>
            <a:avLst/>
            <a:gdLst>
              <a:gd name="connsiteX0" fmla="*/ 267255 w 267255"/>
              <a:gd name="connsiteY0" fmla="*/ 585765 h 585765"/>
              <a:gd name="connsiteX1" fmla="*/ 0 w 267255"/>
              <a:gd name="connsiteY1" fmla="*/ 585765 h 585765"/>
              <a:gd name="connsiteX2" fmla="*/ 10695 w 267255"/>
              <a:gd name="connsiteY2" fmla="*/ 0 h 585765"/>
              <a:gd name="connsiteX3" fmla="*/ 256560 w 267255"/>
              <a:gd name="connsiteY3" fmla="*/ 0 h 585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585765">
                <a:moveTo>
                  <a:pt x="267255" y="585765"/>
                </a:moveTo>
                <a:lnTo>
                  <a:pt x="0" y="585765"/>
                </a:lnTo>
                <a:lnTo>
                  <a:pt x="10695" y="0"/>
                </a:lnTo>
                <a:lnTo>
                  <a:pt x="256560" y="0"/>
                </a:lnTo>
                <a:close/>
              </a:path>
            </a:pathLst>
          </a:custGeom>
          <a:gradFill flip="none" rotWithShape="1">
            <a:gsLst>
              <a:gs pos="100000">
                <a:schemeClr val="accent4"/>
              </a:gs>
              <a:gs pos="0">
                <a:schemeClr val="accent4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142" name="组合 141">
            <a:extLst>
              <a:ext uri="{FF2B5EF4-FFF2-40B4-BE49-F238E27FC236}">
                <a16:creationId xmlns:a16="http://schemas.microsoft.com/office/drawing/2014/main" id="{80F4AC1A-6FA7-47FE-B469-3FE2B5624B0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>
              <a:extLst>
                <a:ext uri="{FF2B5EF4-FFF2-40B4-BE49-F238E27FC236}">
                  <a16:creationId xmlns:a16="http://schemas.microsoft.com/office/drawing/2014/main" id="{E92711E7-339E-4E84-A7B0-72FAFFA5BB25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>
                <a:extLst>
                  <a:ext uri="{FF2B5EF4-FFF2-40B4-BE49-F238E27FC236}">
                    <a16:creationId xmlns:a16="http://schemas.microsoft.com/office/drawing/2014/main" id="{49FAA526-BE6C-47BA-9110-09EA0DF29D62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任意多边形: 形状 250">
                <a:extLst>
                  <a:ext uri="{FF2B5EF4-FFF2-40B4-BE49-F238E27FC236}">
                    <a16:creationId xmlns:a16="http://schemas.microsoft.com/office/drawing/2014/main" id="{BB0EEDDF-6C85-4C6E-B569-AEBB826D8880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4" name="组合 143">
              <a:extLst>
                <a:ext uri="{FF2B5EF4-FFF2-40B4-BE49-F238E27FC236}">
                  <a16:creationId xmlns:a16="http://schemas.microsoft.com/office/drawing/2014/main" id="{4CEC2DFF-C88D-4EA4-8D2A-729AF705AF3C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>
                <a:extLst>
                  <a:ext uri="{FF2B5EF4-FFF2-40B4-BE49-F238E27FC236}">
                    <a16:creationId xmlns:a16="http://schemas.microsoft.com/office/drawing/2014/main" id="{A65D6136-385C-43DE-9190-D471FB439286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任意多边形: 形状 247">
                <a:extLst>
                  <a:ext uri="{FF2B5EF4-FFF2-40B4-BE49-F238E27FC236}">
                    <a16:creationId xmlns:a16="http://schemas.microsoft.com/office/drawing/2014/main" id="{1CBC9D79-5568-46E0-BED8-97D55E64D29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任意多边形: 形状 248">
                <a:extLst>
                  <a:ext uri="{FF2B5EF4-FFF2-40B4-BE49-F238E27FC236}">
                    <a16:creationId xmlns:a16="http://schemas.microsoft.com/office/drawing/2014/main" id="{E16A5235-D9FB-4633-BB44-BF0B237A4DA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45" name="任意多边形: 形状 144">
              <a:extLst>
                <a:ext uri="{FF2B5EF4-FFF2-40B4-BE49-F238E27FC236}">
                  <a16:creationId xmlns:a16="http://schemas.microsoft.com/office/drawing/2014/main" id="{487A426B-397D-4F9D-AEB6-25D4C507657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6" name="任意多边形: 形状 145">
              <a:extLst>
                <a:ext uri="{FF2B5EF4-FFF2-40B4-BE49-F238E27FC236}">
                  <a16:creationId xmlns:a16="http://schemas.microsoft.com/office/drawing/2014/main" id="{2C57936A-7818-46D0-B038-EDA82058EEE9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7" name="组合 146">
              <a:extLst>
                <a:ext uri="{FF2B5EF4-FFF2-40B4-BE49-F238E27FC236}">
                  <a16:creationId xmlns:a16="http://schemas.microsoft.com/office/drawing/2014/main" id="{ADFF84FA-99D8-4FB8-90A2-4E6A70C9F851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>
                <a:extLst>
                  <a:ext uri="{FF2B5EF4-FFF2-40B4-BE49-F238E27FC236}">
                    <a16:creationId xmlns:a16="http://schemas.microsoft.com/office/drawing/2014/main" id="{985E93DE-8C34-423A-94CD-3A13BF06B4F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任意多边形: 形状 244">
                <a:extLst>
                  <a:ext uri="{FF2B5EF4-FFF2-40B4-BE49-F238E27FC236}">
                    <a16:creationId xmlns:a16="http://schemas.microsoft.com/office/drawing/2014/main" id="{751741F1-2D7D-403A-85BE-C7D818971BE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任意多边形: 形状 245">
                <a:extLst>
                  <a:ext uri="{FF2B5EF4-FFF2-40B4-BE49-F238E27FC236}">
                    <a16:creationId xmlns:a16="http://schemas.microsoft.com/office/drawing/2014/main" id="{53330215-31A9-44BB-B724-2F6A361AB0A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1BBA6A85-F285-451D-81EC-8D8559058E03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>
                <a:extLst>
                  <a:ext uri="{FF2B5EF4-FFF2-40B4-BE49-F238E27FC236}">
                    <a16:creationId xmlns:a16="http://schemas.microsoft.com/office/drawing/2014/main" id="{C0701D2C-FDCB-4A5C-B739-D891BCBA80D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任意多边形: 形状 242">
                <a:extLst>
                  <a:ext uri="{FF2B5EF4-FFF2-40B4-BE49-F238E27FC236}">
                    <a16:creationId xmlns:a16="http://schemas.microsoft.com/office/drawing/2014/main" id="{B2C164B8-293F-4280-953D-925E4539B92E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200BC622-C74B-4C55-8D81-438321959AF7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>
                <a:extLst>
                  <a:ext uri="{FF2B5EF4-FFF2-40B4-BE49-F238E27FC236}">
                    <a16:creationId xmlns:a16="http://schemas.microsoft.com/office/drawing/2014/main" id="{FF22752B-E212-4C52-B313-989280AF8383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任意多边形: 形状 240">
                <a:extLst>
                  <a:ext uri="{FF2B5EF4-FFF2-40B4-BE49-F238E27FC236}">
                    <a16:creationId xmlns:a16="http://schemas.microsoft.com/office/drawing/2014/main" id="{70A41FA7-6EF1-4C36-90C3-713F2F783E7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4" name="组合 233">
              <a:extLst>
                <a:ext uri="{FF2B5EF4-FFF2-40B4-BE49-F238E27FC236}">
                  <a16:creationId xmlns:a16="http://schemas.microsoft.com/office/drawing/2014/main" id="{EFECBF41-FEBC-4C49-99AD-CA867706DC46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395B0E93-506E-4E9A-89F9-7B459F9A353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415CD43B-A19F-4D33-B83D-6D33EFD11C96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" name="任意多边形: 形状 238">
                <a:extLst>
                  <a:ext uri="{FF2B5EF4-FFF2-40B4-BE49-F238E27FC236}">
                    <a16:creationId xmlns:a16="http://schemas.microsoft.com/office/drawing/2014/main" id="{410042F1-7FD2-4520-A60D-114F5688D573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50" name="组合 149">
            <a:extLst>
              <a:ext uri="{FF2B5EF4-FFF2-40B4-BE49-F238E27FC236}">
                <a16:creationId xmlns:a16="http://schemas.microsoft.com/office/drawing/2014/main" id="{E944F644-43E8-40F4-8282-5128D7F8115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>
              <a:extLst>
                <a:ext uri="{FF2B5EF4-FFF2-40B4-BE49-F238E27FC236}">
                  <a16:creationId xmlns:a16="http://schemas.microsoft.com/office/drawing/2014/main" id="{AA14A8F5-AC76-454B-A8BB-EA07F7204CC2}"/>
                </a:ext>
              </a:extLst>
            </p:cNvPr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2" name="任意多边形: 形状 151">
              <a:extLst>
                <a:ext uri="{FF2B5EF4-FFF2-40B4-BE49-F238E27FC236}">
                  <a16:creationId xmlns:a16="http://schemas.microsoft.com/office/drawing/2014/main" id="{9529292C-04F2-478A-89C7-F48728F03D7C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3" name="任意多边形: 形状 152">
              <a:extLst>
                <a:ext uri="{FF2B5EF4-FFF2-40B4-BE49-F238E27FC236}">
                  <a16:creationId xmlns:a16="http://schemas.microsoft.com/office/drawing/2014/main" id="{79C5E66B-4442-4208-927D-4854A4A9B67D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4" name="任意多边形: 形状 153">
              <a:extLst>
                <a:ext uri="{FF2B5EF4-FFF2-40B4-BE49-F238E27FC236}">
                  <a16:creationId xmlns:a16="http://schemas.microsoft.com/office/drawing/2014/main" id="{0AB5C11F-A96B-4376-B449-1AE34B213143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5" name="任意多边形: 形状 154">
              <a:extLst>
                <a:ext uri="{FF2B5EF4-FFF2-40B4-BE49-F238E27FC236}">
                  <a16:creationId xmlns:a16="http://schemas.microsoft.com/office/drawing/2014/main" id="{6357AD5E-4CEA-487D-B9EA-BC75E7769492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id="{42F60DFC-132D-4227-B90F-BAD9E930F727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7" name="任意多边形: 形状 156">
              <a:extLst>
                <a:ext uri="{FF2B5EF4-FFF2-40B4-BE49-F238E27FC236}">
                  <a16:creationId xmlns:a16="http://schemas.microsoft.com/office/drawing/2014/main" id="{FA9EBCB9-839D-446D-90A2-12F13B738853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8" name="任意多边形: 形状 157">
              <a:extLst>
                <a:ext uri="{FF2B5EF4-FFF2-40B4-BE49-F238E27FC236}">
                  <a16:creationId xmlns:a16="http://schemas.microsoft.com/office/drawing/2014/main" id="{1A527C11-6AEB-4916-B251-3707AFA4E49E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9" name="任意多边形: 形状 158">
              <a:extLst>
                <a:ext uri="{FF2B5EF4-FFF2-40B4-BE49-F238E27FC236}">
                  <a16:creationId xmlns:a16="http://schemas.microsoft.com/office/drawing/2014/main" id="{A00F8D26-B597-4702-B00E-969FBA2B3001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60" name="任意多边形: 形状 159">
              <a:extLst>
                <a:ext uri="{FF2B5EF4-FFF2-40B4-BE49-F238E27FC236}">
                  <a16:creationId xmlns:a16="http://schemas.microsoft.com/office/drawing/2014/main" id="{EF6031BC-1AB7-4016-A64F-E4DA44825F78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1" name="任意多边形: 形状 160">
              <a:extLst>
                <a:ext uri="{FF2B5EF4-FFF2-40B4-BE49-F238E27FC236}">
                  <a16:creationId xmlns:a16="http://schemas.microsoft.com/office/drawing/2014/main" id="{C8ABC81F-6EDF-4388-B972-81DD615F62AF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2" name="任意多边形: 形状 161">
              <a:extLst>
                <a:ext uri="{FF2B5EF4-FFF2-40B4-BE49-F238E27FC236}">
                  <a16:creationId xmlns:a16="http://schemas.microsoft.com/office/drawing/2014/main" id="{18A085F2-8EB6-4F03-8F46-F236AC1C94B6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3" name="任意多边形: 形状 162">
              <a:extLst>
                <a:ext uri="{FF2B5EF4-FFF2-40B4-BE49-F238E27FC236}">
                  <a16:creationId xmlns:a16="http://schemas.microsoft.com/office/drawing/2014/main" id="{424D6B48-6075-47DF-83EF-CE93F9F78C14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64" name="任意多边形: 形状 163">
              <a:extLst>
                <a:ext uri="{FF2B5EF4-FFF2-40B4-BE49-F238E27FC236}">
                  <a16:creationId xmlns:a16="http://schemas.microsoft.com/office/drawing/2014/main" id="{D89074AA-B59F-4852-8DA0-E51F36487371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5600955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>
            <a:extLst>
              <a:ext uri="{FF2B5EF4-FFF2-40B4-BE49-F238E27FC236}">
                <a16:creationId xmlns:a16="http://schemas.microsoft.com/office/drawing/2014/main" id="{C0F4148E-045B-44EE-8A4E-88B14DCC5E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4457580A-82E1-42B7-96F7-BD3F2D7122E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>
              <a:extLst>
                <a:ext uri="{FF2B5EF4-FFF2-40B4-BE49-F238E27FC236}">
                  <a16:creationId xmlns:a16="http://schemas.microsoft.com/office/drawing/2014/main" id="{F33120E1-7A0E-4B9F-A1A5-20EBEC1EE8EF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6BFC21BA-B38C-4AD8-918B-F5CA63AD5607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079CE80E-CAE0-474C-A558-CC8E160AAF2C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0AE58A50-373E-496E-8A82-88CF03B0C1E6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CBCA28C5-6D45-484E-8AC8-FF4E8E18F94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D546973A-BBE9-4813-B1CF-87A8959BD8CC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3467E240-9A32-430F-B1C5-EBA4394B8779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8E9F3B54-78DD-4797-A78C-7471E5E31204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31AE1DFC-22F8-43FB-B812-159683B685B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055B9A3D-601F-4071-86C2-5E6D9BFB78DA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163C4A06-8B73-42C7-BB25-240FDF21389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37B24D3D-E356-4FBA-8002-277ABAE75A21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FBFBDF9F-C2DE-40A8-B95B-B07F15FF8E4C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403C738E-D4D1-430B-861E-3B817AABEA0C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F2173520-D8D1-4A88-AA26-2911C811A148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C5A39D8F-9F19-4D0A-A6B2-C77DE033AE3A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5698A111-CAE9-4074-8F7C-FA0B40B7771C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C1F6912D-B72E-4398-B5EE-D17776515E36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6EEBC086-B18B-4F74-AFD5-1AF5383EE600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0A04C6AD-5110-41C0-9ED8-AA741F7914A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88F14B85-0A6E-42A5-ACB9-7F66EA19B39C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47796045-26AC-468A-A9B7-5C671E5EEC68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60B912AA-80CD-4CDA-852B-D18CAC8E4720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01965544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文本框 6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87" name="组合 86">
            <a:extLst>
              <a:ext uri="{FF2B5EF4-FFF2-40B4-BE49-F238E27FC236}">
                <a16:creationId xmlns:a16="http://schemas.microsoft.com/office/drawing/2014/main" id="{F01D86FA-8CC3-4588-8049-F009C572F72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BF4F31AC-C871-4291-BE15-7C030DD497DE}"/>
                </a:ext>
              </a:extLst>
            </p:cNvPr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1" name="任意多边形: 形状 170">
              <a:extLst>
                <a:ext uri="{FF2B5EF4-FFF2-40B4-BE49-F238E27FC236}">
                  <a16:creationId xmlns:a16="http://schemas.microsoft.com/office/drawing/2014/main" id="{36EC384B-4EA7-4C1D-B24F-A9F557D60748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2" name="任意多边形: 形状 171">
              <a:extLst>
                <a:ext uri="{FF2B5EF4-FFF2-40B4-BE49-F238E27FC236}">
                  <a16:creationId xmlns:a16="http://schemas.microsoft.com/office/drawing/2014/main" id="{7559859E-BEA0-4022-AA91-8BBBBC82D9F4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3" name="任意多边形: 形状 172">
              <a:extLst>
                <a:ext uri="{FF2B5EF4-FFF2-40B4-BE49-F238E27FC236}">
                  <a16:creationId xmlns:a16="http://schemas.microsoft.com/office/drawing/2014/main" id="{A87B7D12-1057-414C-B82E-352F26044CFD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4" name="任意多边形: 形状 173">
              <a:extLst>
                <a:ext uri="{FF2B5EF4-FFF2-40B4-BE49-F238E27FC236}">
                  <a16:creationId xmlns:a16="http://schemas.microsoft.com/office/drawing/2014/main" id="{439DDE55-857B-4A6E-87BA-20F5457D4799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5" name="任意多边形: 形状 174">
              <a:extLst>
                <a:ext uri="{FF2B5EF4-FFF2-40B4-BE49-F238E27FC236}">
                  <a16:creationId xmlns:a16="http://schemas.microsoft.com/office/drawing/2014/main" id="{01CF9F6A-F68D-45EA-A78F-FD9BDBA558A2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6" name="任意多边形: 形状 175">
              <a:extLst>
                <a:ext uri="{FF2B5EF4-FFF2-40B4-BE49-F238E27FC236}">
                  <a16:creationId xmlns:a16="http://schemas.microsoft.com/office/drawing/2014/main" id="{EA1E42CA-EF5E-4D29-B5E1-7A07A3541566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7" name="任意多边形: 形状 176">
              <a:extLst>
                <a:ext uri="{FF2B5EF4-FFF2-40B4-BE49-F238E27FC236}">
                  <a16:creationId xmlns:a16="http://schemas.microsoft.com/office/drawing/2014/main" id="{1F4F9ECC-6045-4083-AD59-8D7635DBF24D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8" name="任意多边形: 形状 177">
              <a:extLst>
                <a:ext uri="{FF2B5EF4-FFF2-40B4-BE49-F238E27FC236}">
                  <a16:creationId xmlns:a16="http://schemas.microsoft.com/office/drawing/2014/main" id="{4027DCE8-C391-4CD9-B4ED-9DB1DAC4EC36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79" name="任意多边形: 形状 178">
              <a:extLst>
                <a:ext uri="{FF2B5EF4-FFF2-40B4-BE49-F238E27FC236}">
                  <a16:creationId xmlns:a16="http://schemas.microsoft.com/office/drawing/2014/main" id="{C07D5719-124B-46B5-BB87-B9A9B75495AC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0" name="任意多边形: 形状 179">
              <a:extLst>
                <a:ext uri="{FF2B5EF4-FFF2-40B4-BE49-F238E27FC236}">
                  <a16:creationId xmlns:a16="http://schemas.microsoft.com/office/drawing/2014/main" id="{6D4C5FD6-651B-4F12-8241-C380A95DB5B8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1" name="任意多边形: 形状 180">
              <a:extLst>
                <a:ext uri="{FF2B5EF4-FFF2-40B4-BE49-F238E27FC236}">
                  <a16:creationId xmlns:a16="http://schemas.microsoft.com/office/drawing/2014/main" id="{38235EC8-3001-42CA-92F1-6D8C6E8A828E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2" name="任意多边形: 形状 181">
              <a:extLst>
                <a:ext uri="{FF2B5EF4-FFF2-40B4-BE49-F238E27FC236}">
                  <a16:creationId xmlns:a16="http://schemas.microsoft.com/office/drawing/2014/main" id="{D5F70CA0-048A-4037-80CD-8C2DB676C2AD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83" name="任意多边形: 形状 182">
              <a:extLst>
                <a:ext uri="{FF2B5EF4-FFF2-40B4-BE49-F238E27FC236}">
                  <a16:creationId xmlns:a16="http://schemas.microsoft.com/office/drawing/2014/main" id="{BB835EEB-9939-4840-9584-2EE213BCC525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06192977"/>
      </p:ext>
    </p:extLst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 userDrawn="1"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2490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 userDrawn="1"/>
        </p:nvGrpSpPr>
        <p:grpSpPr>
          <a:xfrm>
            <a:off x="637534" y="199773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 userDrawn="1"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矩形 43"/>
            <p:cNvSpPr/>
            <p:nvPr userDrawn="1"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矩形 42"/>
            <p:cNvSpPr/>
            <p:nvPr userDrawn="1"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" name="组合 183">
            <a:extLst>
              <a:ext uri="{FF2B5EF4-FFF2-40B4-BE49-F238E27FC236}">
                <a16:creationId xmlns:a16="http://schemas.microsoft.com/office/drawing/2014/main" id="{83FD3999-BE35-44C4-88CD-F2FF456D2C1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>
              <a:extLst>
                <a:ext uri="{FF2B5EF4-FFF2-40B4-BE49-F238E27FC236}">
                  <a16:creationId xmlns:a16="http://schemas.microsoft.com/office/drawing/2014/main" id="{D465A6E1-BE6A-4ADB-91F0-038FF2ACDCAC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>
                <a:extLst>
                  <a:ext uri="{FF2B5EF4-FFF2-40B4-BE49-F238E27FC236}">
                    <a16:creationId xmlns:a16="http://schemas.microsoft.com/office/drawing/2014/main" id="{AF46D2A2-5E73-4A6C-A4B8-EA11FA072A54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>
                <a:extLst>
                  <a:ext uri="{FF2B5EF4-FFF2-40B4-BE49-F238E27FC236}">
                    <a16:creationId xmlns:a16="http://schemas.microsoft.com/office/drawing/2014/main" id="{C2B7FAFE-009C-4ED3-9FF0-46DAFB2472D8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>
              <a:extLst>
                <a:ext uri="{FF2B5EF4-FFF2-40B4-BE49-F238E27FC236}">
                  <a16:creationId xmlns:a16="http://schemas.microsoft.com/office/drawing/2014/main" id="{40224DF4-0859-4D7A-85A1-151AB0AAFF7F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6C4655EF-73B6-46D6-8B64-1693DAB80F64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F2DCC00A-8E0C-4915-BD8F-A2D45A1345C4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8BD1AC0A-C112-412D-B4A6-D3A43F3AA680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7" name="任意多边形: 形状 186">
              <a:extLst>
                <a:ext uri="{FF2B5EF4-FFF2-40B4-BE49-F238E27FC236}">
                  <a16:creationId xmlns:a16="http://schemas.microsoft.com/office/drawing/2014/main" id="{97F044AD-ABB3-4F31-9CBE-54A80DC94929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" name="任意多边形: 形状 187">
              <a:extLst>
                <a:ext uri="{FF2B5EF4-FFF2-40B4-BE49-F238E27FC236}">
                  <a16:creationId xmlns:a16="http://schemas.microsoft.com/office/drawing/2014/main" id="{51D6CA2B-F6C2-4947-9C59-05FB5FB3A02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24A4ADDC-BFF2-4026-8210-893A7F6BF52C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20F1BD86-B2BE-4FD2-9A64-CBE049E27D46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669AA92-4655-4D43-87CB-2E2BC98368D5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EB71E114-416D-4CA3-8CC9-5485BA08B987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0" name="组合 189">
              <a:extLst>
                <a:ext uri="{FF2B5EF4-FFF2-40B4-BE49-F238E27FC236}">
                  <a16:creationId xmlns:a16="http://schemas.microsoft.com/office/drawing/2014/main" id="{BE2581BA-1077-47D5-9EB7-B647F8FD2C4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25E26532-01E5-499E-83C0-84042D38B6EB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74BE2779-9260-4979-9719-F81D2AA3F9CF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1" name="组合 190">
              <a:extLst>
                <a:ext uri="{FF2B5EF4-FFF2-40B4-BE49-F238E27FC236}">
                  <a16:creationId xmlns:a16="http://schemas.microsoft.com/office/drawing/2014/main" id="{6CBFBF45-2480-45C7-A12B-EE21C220A00D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33908D19-B125-49D0-8177-DE4527590FB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927C9E7B-8A3F-4389-8EF9-19A814288DBA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0CA42248-3571-4871-BBEB-DC8729F723C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27EF4543-8B87-4AAA-A1DB-992EC39EE1D6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1259C8AE-3389-4097-9BAB-4B189C0473D9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26D9794-A514-4562-9F1F-F995E722CCFA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39A25A7B-6C72-4A94-8ABA-F616F76899B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741AC32B-60B3-48F4-8D98-4D4C4ACD18A2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67AF5528-C092-4A05-B821-BB9B269AF71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076811C6-D394-458E-AA44-A606FCAE0B16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DCC77D5D-2932-43BF-9E2F-04396B8159D2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C711D8A-7609-4B2F-A01F-504F52FC2B79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60764F3C-8774-49AB-89F0-4E4C10FDAEEA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5BC4F0D-01A3-47D9-8DE7-394E689AF35E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A7975CC9-C7B0-4453-A9FA-67D64B8A004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13FB930B-71FE-43C5-8949-76A5E7B342B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6EDF81C-3753-4075-94F9-D8A7950E3365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7630517E-57A0-410E-A7AE-B4BE2366EE4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28BE4905-116F-4BE3-BD9E-563401DDE5C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9EEF00F2-3E98-48FB-AA2F-C737EE5DF2F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0714822B-8449-401A-8D07-88A63DB5055E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48F87414-7310-4130-B1B4-8D9EB8466EE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58250F3-1C57-48DB-BD76-AF9C840EFDDD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60137465"/>
      </p:ext>
    </p:extLst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标题 11">
            <a:extLst>
              <a:ext uri="{FF2B5EF4-FFF2-40B4-BE49-F238E27FC236}">
                <a16:creationId xmlns:a16="http://schemas.microsoft.com/office/drawing/2014/main" id="{0D0682F6-A194-4FB3-8EF2-674B6164F9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>
            <a:extLst>
              <a:ext uri="{FF2B5EF4-FFF2-40B4-BE49-F238E27FC236}">
                <a16:creationId xmlns:a16="http://schemas.microsoft.com/office/drawing/2014/main" id="{172C594A-6984-488D-A6AC-5A70A1A751E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3FB48460-F1BD-44BB-AD92-EA2C495AA0C7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09626CA0-B89F-4982-BEEE-43B9A8BD461B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A31C3A3B-7DAA-4FDE-A8E2-590E3A3EDC01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F50B1300-AF2A-4EC2-8403-8C2A64B58B9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A3F7330-D73A-4D2F-997F-6A1633682216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98217796-D60B-4F90-98A6-8BE30B1A9E53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C8A820CA-F00F-4D23-A317-5773ABB666BF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6DD96A65-3B37-4239-A0EE-14600A90C90B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DD9238B5-C78D-47B3-8619-711231DFAC74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67EBBD26-92A5-4A25-96A4-0D088559AC73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8BED4DBE-6A6F-490C-B488-FD53C2ABDB8D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CDBC5B0B-2DE1-4359-A1B4-BE87FFFF7887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A336FAA1-0D62-445C-ACC6-5A10592F324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FBEE6A23-5B4D-4350-9023-CEBF9EA06452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D4BE48E1-A8F1-47BE-96D9-BD5D29350C00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61FD8EA-DF50-4A83-8506-B7E2124B579B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FEE718F0-0EB5-4B26-8E6E-C1EF0AC898F0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42EDFD45-C171-41C2-89CB-D297D247CABD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36D42C83-05C3-4D84-AC5D-14A2F9A123E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0232E7EE-B2D7-445E-8F30-AD8145EA5E1E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3EC17BEF-338D-46B8-86F4-EC8CA2462812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C8837BF8-34D5-46D5-BDFA-F320713C43B3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D75ADF04-8B95-4AA0-BA46-5C8A56ACD6A9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8841029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35" name="矩形 34"/>
          <p:cNvSpPr/>
          <p:nvPr userDrawn="1"/>
        </p:nvSpPr>
        <p:spPr>
          <a:xfrm>
            <a:off x="9402184" y="-82800"/>
            <a:ext cx="2346903" cy="907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/>
          <p:cNvSpPr/>
          <p:nvPr userDrawn="1"/>
        </p:nvSpPr>
        <p:spPr>
          <a:xfrm>
            <a:off x="9402184" y="0"/>
            <a:ext cx="2346904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86E965DB-022E-439B-B5E1-74A73A54064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64D406F3-C755-46A6-B142-DABBC1ADFE30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>
              <a:extLst>
                <a:ext uri="{FF2B5EF4-FFF2-40B4-BE49-F238E27FC236}">
                  <a16:creationId xmlns:a16="http://schemas.microsoft.com/office/drawing/2014/main" id="{B05F3623-DCD7-4963-8780-20E00644BD0A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7EE60D7F-1061-4500-9F90-FF198F872764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E473CAED-0ADF-40D4-9523-E4035B266D30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85CAE1DE-5837-484F-991E-9960A9AC43F8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4A5B0EA8-F3BA-4E48-B93D-5EC336E9F833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9B00842-6023-4960-AED8-19A7BE423C3C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4AEF7602-B478-4176-95EA-482E551268F6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A94975DE-93CB-440C-B29D-B466E8F2B674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AAF46D74-CC03-4224-BBFE-F629484DD1AD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D6122FD9-07F3-43A8-ABE6-1A96E5C6B9F5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FC1EF17-4BF5-47E9-AA17-0EE6CF46917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90D5EAF8-C1DD-4056-8A78-4FDF3D402158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18CFFE34-7B0F-49CF-BDF3-D24AC989FFCB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96ADD210-21C9-4CDE-813C-8AD490D57F2B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26F84504-55FB-40FE-A708-C57AD1D7A213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9303462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 userDrawn="1"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矩形 46"/>
          <p:cNvSpPr/>
          <p:nvPr userDrawn="1"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1855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 userDrawn="1"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2" name="组合 181">
            <a:extLst>
              <a:ext uri="{FF2B5EF4-FFF2-40B4-BE49-F238E27FC236}">
                <a16:creationId xmlns:a16="http://schemas.microsoft.com/office/drawing/2014/main" id="{0C9D2E89-506F-4EC9-8DCF-DD520FFFC942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>
              <a:extLst>
                <a:ext uri="{FF2B5EF4-FFF2-40B4-BE49-F238E27FC236}">
                  <a16:creationId xmlns:a16="http://schemas.microsoft.com/office/drawing/2014/main" id="{5C2D418A-C621-47B9-93F8-42A551A1E8AD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848BF971-DC14-4AD8-A1AD-DECD59D20683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5D247E82-6C6B-4D71-AFC8-8F64D97264E7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4" name="组合 183">
              <a:extLst>
                <a:ext uri="{FF2B5EF4-FFF2-40B4-BE49-F238E27FC236}">
                  <a16:creationId xmlns:a16="http://schemas.microsoft.com/office/drawing/2014/main" id="{164B16F4-6D6A-48BE-9F6F-E1445D74E4FD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7F8AB14-DE9D-4045-AFB9-6E00FCB2F351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9632874-FDD6-4CD3-8C1D-D34BAF6BF1E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E8EC9F7F-4EC0-4548-B099-B10908C936AE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5" name="任意多边形: 形状 184">
              <a:extLst>
                <a:ext uri="{FF2B5EF4-FFF2-40B4-BE49-F238E27FC236}">
                  <a16:creationId xmlns:a16="http://schemas.microsoft.com/office/drawing/2014/main" id="{7A73F201-1492-43F6-AF81-8FBAFC35015C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" name="任意多边形: 形状 185">
              <a:extLst>
                <a:ext uri="{FF2B5EF4-FFF2-40B4-BE49-F238E27FC236}">
                  <a16:creationId xmlns:a16="http://schemas.microsoft.com/office/drawing/2014/main" id="{8365B400-19F2-4527-B785-07C910EEDF18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7" name="组合 186">
              <a:extLst>
                <a:ext uri="{FF2B5EF4-FFF2-40B4-BE49-F238E27FC236}">
                  <a16:creationId xmlns:a16="http://schemas.microsoft.com/office/drawing/2014/main" id="{79D6CBE8-3B5F-4B45-910D-FD6D56E8EE3D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8B7E4ACB-5491-4083-B7BC-D0C67CC36D4A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F9D9AEDA-BDF2-4306-AE7E-37DE623E0EB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A064EB59-4831-4388-AB9F-577853DAC48E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0" name="组合 309">
              <a:extLst>
                <a:ext uri="{FF2B5EF4-FFF2-40B4-BE49-F238E27FC236}">
                  <a16:creationId xmlns:a16="http://schemas.microsoft.com/office/drawing/2014/main" id="{5104E8C4-0317-442D-BD30-29D9462B6A9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DCD37BD5-BE27-46FF-87DE-10ABC223806C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B218A0DB-E50C-48A2-AE12-5759715D2EDB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1" name="组合 310">
              <a:extLst>
                <a:ext uri="{FF2B5EF4-FFF2-40B4-BE49-F238E27FC236}">
                  <a16:creationId xmlns:a16="http://schemas.microsoft.com/office/drawing/2014/main" id="{ED9A65D6-8CFE-45A0-80A8-5D312250F82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37F49ED3-2E28-4057-89BE-9007EA85567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038BCBB2-0627-43C9-AA8E-6B45801D350E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2" name="组合 311">
              <a:extLst>
                <a:ext uri="{FF2B5EF4-FFF2-40B4-BE49-F238E27FC236}">
                  <a16:creationId xmlns:a16="http://schemas.microsoft.com/office/drawing/2014/main" id="{C1C77375-4932-4D72-8A8D-FD045F8036C5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56E836C2-32D2-4983-94E8-E3707618293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3C69C7FA-2CD6-465B-ADAF-5360AEB535E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5F865B64-6535-404C-BDE2-D4044AEDB194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9D038DDC-5CDD-4749-9030-0E6277F226C4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>
              <a:extLst>
                <a:ext uri="{FF2B5EF4-FFF2-40B4-BE49-F238E27FC236}">
                  <a16:creationId xmlns:a16="http://schemas.microsoft.com/office/drawing/2014/main" id="{FDE0F133-6DF1-4E2F-967B-C94FCECBEDC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8BE3CC97-CBB6-4441-B400-C859AF0B482A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3708E545-89A0-4174-BA4C-1E241806D41A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00966AFC-466B-49F3-8E32-EA70BC7BB9C3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65E4A42-1FE1-4CE8-A3F9-52D9F8AA5FAC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A4D698AD-6CF1-4852-B587-79B77B89F5B8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7D0A29E7-31DE-4FEC-8380-9791E8BB444D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D025DFB0-57E0-4939-93F4-D1FD1D089C0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DD2EE327-B143-4690-A9C4-B39FA08C32B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0F1ABE1-B87E-4217-B259-B39069337E4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5F2D3153-35FF-4AED-ABF6-595570E5E9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5B012791-1FFC-465C-B743-F831374D392D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D6C32092-C481-4017-B8F8-47345E49D530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B085FD2A-633C-4D3C-A3D5-72A4D21AD9B6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BDF3303-3459-4B9E-844E-FD3B2BB91B4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B78FDB7-B8D6-419B-A073-D5676EFB60A1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29360964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标题 11">
            <a:extLst>
              <a:ext uri="{FF2B5EF4-FFF2-40B4-BE49-F238E27FC236}">
                <a16:creationId xmlns:a16="http://schemas.microsoft.com/office/drawing/2014/main" id="{FDDD1B7B-042D-4B1B-81C1-5A7085CDFC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>
            <a:extLst>
              <a:ext uri="{FF2B5EF4-FFF2-40B4-BE49-F238E27FC236}">
                <a16:creationId xmlns:a16="http://schemas.microsoft.com/office/drawing/2014/main" id="{7F301976-8C93-4DD0-8DAD-23A4B34FB11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304D5723-C62E-414F-999B-CC8BEFEBE434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411FCAF-2B58-4BC8-A691-6835E102A027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8090C9F9-3796-45DE-BB51-DF381C787F6F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B044EDEA-A38B-4DDB-AB4D-97BF16A4E6AE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8EEEB3D8-E870-4641-A1EA-4B39B1C7F91F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579EF8F-6F8A-4622-AB5B-5AA2BEA7AF0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243F8876-D930-459C-9EB0-1E1C5B21CA90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4B2E2237-4497-4646-9A9D-DB9F143C22C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B3B71E3B-4E7A-4E73-ABED-B14C9A0AEED2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8D1BE7D9-506C-4158-B91B-B0019AA9AFC0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9B0FAE76-CD09-468F-B7D0-1A5606785F86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AC6CC789-816C-4815-B238-D5BF51216099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8AA4F43C-C51A-4D85-9F10-9E6FEEAC7C1B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2F554D4A-CC51-48CD-A933-1357BF213C51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5602789F-C277-4A0F-973F-AD8D5F2B2B07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EE53A6D9-95B2-43D9-BABD-A3E6D9319774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695BFB1A-98A2-4F68-9CA1-399FEC949548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B4B620E6-3654-43C5-81B5-157B035DBB97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0C7FD792-53E9-4ED1-A81A-5F4A8B523B33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3EB1C6F4-8D36-4135-A65C-5720F72BAE7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2245F0B5-D482-4E61-9200-F322A8099B2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44EEEC89-701D-48F2-A7E7-A2B7859DA187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C9F3C13A-6DBA-42ED-9E36-096AFA7C34D7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66767399"/>
      </p:ext>
    </p:extLst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文本框 33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 userDrawn="1"/>
        </p:nvSpPr>
        <p:spPr>
          <a:xfrm>
            <a:off x="9385300" y="-82550"/>
            <a:ext cx="2363787" cy="84520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9385300" y="0"/>
            <a:ext cx="2363788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38ED70EF-9AD2-48AA-9922-DFC2ED3664A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E72FF1B9-6483-488B-854C-0DA5A64751FC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>
              <a:extLst>
                <a:ext uri="{FF2B5EF4-FFF2-40B4-BE49-F238E27FC236}">
                  <a16:creationId xmlns:a16="http://schemas.microsoft.com/office/drawing/2014/main" id="{DCB96AAD-1D91-4F73-A083-3067DEB3E849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BDECC1DD-C548-49F2-9947-9A730EB5FA6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7B2AD522-4C19-4148-B466-1D968F60219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70E94F06-3F1D-431A-BDA2-00D559796FBB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2D057FF8-DB71-4CFE-A85D-9EC4E2231BA9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E1DAFA15-F84E-4101-B859-343429B53539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2F689D24-6458-4680-BC93-ACEF81BCD5D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3B221514-ABE7-433B-93B2-5234A53A774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56139A81-D22D-49F2-BD85-62D9FFD0C57C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DA939E8-E79B-4119-A3D4-5D317CE8AB4A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795D748-9C33-4A9F-8CD7-F6577ABB03E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353BCD02-3D97-431B-8942-4ACD51AF109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4FBA59D-72BE-4213-BF0D-1F417021519E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97D1B855-3B93-4E59-8EEF-5B0C422C7BC2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95EC47CC-0286-4B8A-B925-E92F85E39E4F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5655885"/>
      </p:ext>
    </p:extLst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/>
          </p:nvPr>
        </p:nvSpPr>
        <p:spPr>
          <a:xfrm>
            <a:off x="541539" y="247495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defRPr lang="zh-CN" altLang="en-US" sz="2800" b="1" baseline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id="{D7364043-9044-4C92-B08D-7486C1BB6FA7}"/>
              </a:ext>
            </a:extLst>
          </p:cNvPr>
          <p:cNvSpPr/>
          <p:nvPr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DA57A891-5700-4AA4-BE9F-DE3FF5EAE404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7A8B370F-CAE6-497A-9FEC-71C8709A7A92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89F1D338-FD12-45EA-B1EC-05501447DDA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B10A05BF-2B37-469C-927F-3103DA90D5BB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4" name="组合 73">
              <a:extLst>
                <a:ext uri="{FF2B5EF4-FFF2-40B4-BE49-F238E27FC236}">
                  <a16:creationId xmlns:a16="http://schemas.microsoft.com/office/drawing/2014/main" id="{F332E91C-E757-4AAE-BEC1-C37B5E7183C4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1653BC83-49DF-4EC9-B0B3-8402D0246E6C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A4067B83-D7ED-4F08-AE1A-65AE8A85B428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AAFF972B-2D76-43A1-834B-6DB0EEC008AB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9A999732-BDE2-4454-819C-85E615E6C4F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FBCE57FA-47CF-4F51-A424-C927291E41F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77" name="组合 76">
              <a:extLst>
                <a:ext uri="{FF2B5EF4-FFF2-40B4-BE49-F238E27FC236}">
                  <a16:creationId xmlns:a16="http://schemas.microsoft.com/office/drawing/2014/main" id="{2DC9A0C0-6839-4E73-878E-94DD69CBC4D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>
                <a:extLst>
                  <a:ext uri="{FF2B5EF4-FFF2-40B4-BE49-F238E27FC236}">
                    <a16:creationId xmlns:a16="http://schemas.microsoft.com/office/drawing/2014/main" id="{5B162DF8-CA71-44B7-944B-0CDD7259B91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>
                <a:extLst>
                  <a:ext uri="{FF2B5EF4-FFF2-40B4-BE49-F238E27FC236}">
                    <a16:creationId xmlns:a16="http://schemas.microsoft.com/office/drawing/2014/main" id="{6605EC33-63AF-4224-B7CE-1458AA49875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C39255F3-9FAA-47C2-9CF9-E6177A4AEF26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8" name="组合 77">
              <a:extLst>
                <a:ext uri="{FF2B5EF4-FFF2-40B4-BE49-F238E27FC236}">
                  <a16:creationId xmlns:a16="http://schemas.microsoft.com/office/drawing/2014/main" id="{48E279F1-AECF-4466-A2DF-8758F07AFCA9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E4FA1D52-C837-4EB5-ACDA-2F38011F9B85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F1CA62DF-41AF-4F1A-AA01-D43E9A6EF55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9" name="组合 78">
              <a:extLst>
                <a:ext uri="{FF2B5EF4-FFF2-40B4-BE49-F238E27FC236}">
                  <a16:creationId xmlns:a16="http://schemas.microsoft.com/office/drawing/2014/main" id="{812A96C7-AB34-4D24-97C5-D02A37CFBD9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>
                <a:extLst>
                  <a:ext uri="{FF2B5EF4-FFF2-40B4-BE49-F238E27FC236}">
                    <a16:creationId xmlns:a16="http://schemas.microsoft.com/office/drawing/2014/main" id="{676836BA-3E1D-4E5D-86DA-3A5097925DE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99BAFAC-0ABD-4095-8FF0-C8D3697BD058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0562896-EB31-4FD5-9BC6-2095E498947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AF71822E-CED4-44A6-BDEE-3DFD99696E14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F43FCE9F-CD29-42A6-A6A8-F16A7F0E449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822467D4-3AEF-4718-8B9D-6DA68818285F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652306"/>
      </p:ext>
    </p:extLst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32" name="标题 11">
            <a:extLst>
              <a:ext uri="{FF2B5EF4-FFF2-40B4-BE49-F238E27FC236}">
                <a16:creationId xmlns:a16="http://schemas.microsoft.com/office/drawing/2014/main" id="{A87381B5-231A-44CC-994D-B480CB6C3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5F3CEFC6-800D-45C7-9B40-FDE93C6990B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1" name="组合 30">
              <a:extLst>
                <a:ext uri="{FF2B5EF4-FFF2-40B4-BE49-F238E27FC236}">
                  <a16:creationId xmlns:a16="http://schemas.microsoft.com/office/drawing/2014/main" id="{4A9D39BE-5F0C-4653-BD27-CFFFEF3213B9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017DE2D1-3D62-4E09-9A5B-D52F0CB3D966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C3D68CB7-6035-4929-88FA-5A7C9CAC2677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>
              <a:extLst>
                <a:ext uri="{FF2B5EF4-FFF2-40B4-BE49-F238E27FC236}">
                  <a16:creationId xmlns:a16="http://schemas.microsoft.com/office/drawing/2014/main" id="{525D7265-0E06-4ABB-B8BC-9F8F0AE13922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E09C98EF-8367-4F10-8733-527BCCEB75ED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2BCD1205-1597-43A4-A212-9B93E574C346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291F0D8A-38BF-4332-B94F-157FA528781A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77EADF2F-66EE-4510-B418-14F6067527B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C99AEADC-7B95-4ABF-AA54-ACC470EAF80B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D5A01E9D-688E-4FED-86E5-5CC185262452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>
                <a:extLst>
                  <a:ext uri="{FF2B5EF4-FFF2-40B4-BE49-F238E27FC236}">
                    <a16:creationId xmlns:a16="http://schemas.microsoft.com/office/drawing/2014/main" id="{3E05410D-6C55-4F30-86D3-9F066B24DED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>
                <a:extLst>
                  <a:ext uri="{FF2B5EF4-FFF2-40B4-BE49-F238E27FC236}">
                    <a16:creationId xmlns:a16="http://schemas.microsoft.com/office/drawing/2014/main" id="{1B45D156-08A0-4F99-956F-565644340702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4A270026-3011-4ACC-B767-148065F1CC9F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>
              <a:extLst>
                <a:ext uri="{FF2B5EF4-FFF2-40B4-BE49-F238E27FC236}">
                  <a16:creationId xmlns:a16="http://schemas.microsoft.com/office/drawing/2014/main" id="{332CFCFC-2AB8-4249-8B25-7A36D87E814C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2408D7CB-4CA3-4A98-ABC0-9047502CD87F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>
                <a:extLst>
                  <a:ext uri="{FF2B5EF4-FFF2-40B4-BE49-F238E27FC236}">
                    <a16:creationId xmlns:a16="http://schemas.microsoft.com/office/drawing/2014/main" id="{A1149537-73A2-4C3A-BD23-FACFDC579A81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6DDCA56F-B273-4926-9336-590C724407B9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70BFD115-6E7C-4982-B3AD-D84419425AED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CEA13C4B-08E3-4BD3-8E89-4A072324F8A9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>
              <a:extLst>
                <a:ext uri="{FF2B5EF4-FFF2-40B4-BE49-F238E27FC236}">
                  <a16:creationId xmlns:a16="http://schemas.microsoft.com/office/drawing/2014/main" id="{5B3D42DD-9C7B-4D0E-9568-6530E27F1B6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D0207A6A-7A3D-4211-B658-823E7AC9EA34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1C2A17EA-2FB1-4DCF-B2D3-909812155BD2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B22BAE93-3302-434C-8CE6-A1828BCA100E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4589789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44922" y="6188075"/>
            <a:ext cx="72379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9488246" y="0"/>
            <a:ext cx="2380466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6EF1F2C8-6509-474B-B1EC-0B2BB6DF8F3B}"/>
              </a:ext>
            </a:extLst>
          </p:cNvPr>
          <p:cNvSpPr/>
          <p:nvPr userDrawn="1"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1648038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>
            <a:extLst>
              <a:ext uri="{FF2B5EF4-FFF2-40B4-BE49-F238E27FC236}">
                <a16:creationId xmlns:a16="http://schemas.microsoft.com/office/drawing/2014/main" id="{A3088944-5535-4D68-A8EF-DDE6FEE4FFCC}"/>
              </a:ext>
            </a:extLst>
          </p:cNvPr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2019/5/27</a:t>
            </a:fld>
            <a:endParaRPr lang="zh-CN" altLang="en-US" dirty="0"/>
          </a:p>
        </p:txBody>
      </p:sp>
      <p:sp>
        <p:nvSpPr>
          <p:cNvPr id="191" name="TextBox 189_1">
            <a:extLst>
              <a:ext uri="{FF2B5EF4-FFF2-40B4-BE49-F238E27FC236}">
                <a16:creationId xmlns:a16="http://schemas.microsoft.com/office/drawing/2014/main" id="{631B26DE-9164-47EA-95E0-E3BFB15FBF49}"/>
              </a:ext>
            </a:extLst>
          </p:cNvPr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54469BE7-02A9-454B-919A-0C4E1139AFEB}"/>
              </a:ext>
            </a:extLst>
          </p:cNvPr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F200B9F-7F18-4049-9E1F-AD3821E2C87D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>
                <a:extLst>
                  <a:ext uri="{FF2B5EF4-FFF2-40B4-BE49-F238E27FC236}">
                    <a16:creationId xmlns:a16="http://schemas.microsoft.com/office/drawing/2014/main" id="{257D65D6-880A-4319-B7D5-085337BE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">
                <a:extLst>
                  <a:ext uri="{FF2B5EF4-FFF2-40B4-BE49-F238E27FC236}">
                    <a16:creationId xmlns:a16="http://schemas.microsoft.com/office/drawing/2014/main" id="{7EF9A999-5384-49B9-A417-7CE12DB2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DC6F2F32-1929-4F94-9F94-949A83726E31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>
                  <a:extLst>
                    <a:ext uri="{FF2B5EF4-FFF2-40B4-BE49-F238E27FC236}">
                      <a16:creationId xmlns:a16="http://schemas.microsoft.com/office/drawing/2014/main" id="{F29B6D0D-3D25-4D30-A550-135CF77BC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>
                  <a:extLst>
                    <a:ext uri="{FF2B5EF4-FFF2-40B4-BE49-F238E27FC236}">
                      <a16:creationId xmlns:a16="http://schemas.microsoft.com/office/drawing/2014/main" id="{88306CBE-E6DF-4BD9-8F93-90134CB9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>
                <a:extLst>
                  <a:ext uri="{FF2B5EF4-FFF2-40B4-BE49-F238E27FC236}">
                    <a16:creationId xmlns:a16="http://schemas.microsoft.com/office/drawing/2014/main" id="{40E14A8F-EBEA-4199-B77B-DF2C9B45159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>
                  <a:extLst>
                    <a:ext uri="{FF2B5EF4-FFF2-40B4-BE49-F238E27FC236}">
                      <a16:creationId xmlns:a16="http://schemas.microsoft.com/office/drawing/2014/main" id="{69DCA99F-4C47-47F7-8DA8-193BA5E55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>
                  <a:extLst>
                    <a:ext uri="{FF2B5EF4-FFF2-40B4-BE49-F238E27FC236}">
                      <a16:creationId xmlns:a16="http://schemas.microsoft.com/office/drawing/2014/main" id="{99FC346D-A24A-49DA-8BAA-DB278D6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>
                  <a:extLst>
                    <a:ext uri="{FF2B5EF4-FFF2-40B4-BE49-F238E27FC236}">
                      <a16:creationId xmlns:a16="http://schemas.microsoft.com/office/drawing/2014/main" id="{7CEA79F7-143C-47FB-9468-7E888ACE9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E246B67B-DDBC-4633-BFD5-68529C93857B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01C5CC79-F84C-4490-B572-E2DC48529660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>
                  <a:extLst>
                    <a:ext uri="{FF2B5EF4-FFF2-40B4-BE49-F238E27FC236}">
                      <a16:creationId xmlns:a16="http://schemas.microsoft.com/office/drawing/2014/main" id="{529045ED-51D6-4DFF-8E08-AE470267AD1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>
                  <a:extLst>
                    <a:ext uri="{FF2B5EF4-FFF2-40B4-BE49-F238E27FC236}">
                      <a16:creationId xmlns:a16="http://schemas.microsoft.com/office/drawing/2014/main" id="{178216CA-652C-4D57-9F2B-42DC3B1E7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CB379A64-B450-457D-81D3-4FD0626067E6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>
                  <a:extLst>
                    <a:ext uri="{FF2B5EF4-FFF2-40B4-BE49-F238E27FC236}">
                      <a16:creationId xmlns:a16="http://schemas.microsoft.com/office/drawing/2014/main" id="{18620D8A-0A47-425A-ADBB-49D78D5927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>
                  <a:extLst>
                    <a:ext uri="{FF2B5EF4-FFF2-40B4-BE49-F238E27FC236}">
                      <a16:creationId xmlns:a16="http://schemas.microsoft.com/office/drawing/2014/main" id="{E0209284-8E71-406E-B64A-F8DF97800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672EA529-B56F-49B6-9302-02BC39D4BE11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>
                  <a:extLst>
                    <a:ext uri="{FF2B5EF4-FFF2-40B4-BE49-F238E27FC236}">
                      <a16:creationId xmlns:a16="http://schemas.microsoft.com/office/drawing/2014/main" id="{F25C04C5-C1E7-4FDD-B014-D45BA93DD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>
                  <a:extLst>
                    <a:ext uri="{FF2B5EF4-FFF2-40B4-BE49-F238E27FC236}">
                      <a16:creationId xmlns:a16="http://schemas.microsoft.com/office/drawing/2014/main" id="{ECD1B50A-2E45-4A0E-A203-C30237DB8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>
                  <a:extLst>
                    <a:ext uri="{FF2B5EF4-FFF2-40B4-BE49-F238E27FC236}">
                      <a16:creationId xmlns:a16="http://schemas.microsoft.com/office/drawing/2014/main" id="{331AFC7C-BFC4-46A8-BE95-9A2048678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>
                <a:extLst>
                  <a:ext uri="{FF2B5EF4-FFF2-40B4-BE49-F238E27FC236}">
                    <a16:creationId xmlns:a16="http://schemas.microsoft.com/office/drawing/2014/main" id="{1E64D241-4D66-4722-A258-C4C67A6B71A5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>
                  <a:extLst>
                    <a:ext uri="{FF2B5EF4-FFF2-40B4-BE49-F238E27FC236}">
                      <a16:creationId xmlns:a16="http://schemas.microsoft.com/office/drawing/2014/main" id="{E17A35A2-F714-40B7-B0A2-A5F1B42831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>
                  <a:extLst>
                    <a:ext uri="{FF2B5EF4-FFF2-40B4-BE49-F238E27FC236}">
                      <a16:creationId xmlns:a16="http://schemas.microsoft.com/office/drawing/2014/main" id="{6E4EBDE0-4FB8-4A4E-8C35-E5170515B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616633A0-CB3D-4844-9869-0828B39AB480}"/>
              </a:ext>
            </a:extLst>
          </p:cNvPr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29DFF2E6-C35D-4B67-BA19-ADCF680D75A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D3FB11D-F239-4544-B095-6569ABE641C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F33FAD8A-4628-4931-8A27-694CC8682BB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4B9A99E2-D107-48D3-86CF-8EDADF04A7A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9BAF139B-D2E0-4D78-B567-D5BB0DB5553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02F230EF-9767-438A-A66B-954828F6C4A2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08DCDD00-4EDE-4A00-A465-020224A2AD22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22643364-B587-499E-8CDB-E2A019D1B67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408E07A3-AFA1-435E-90FE-AEC3785ABD2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3DB1F8EE-AE63-4D29-800F-7DD54FD09797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2C63A41-6C1D-4C53-A891-D73E829BBB3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236A6C7C-20B4-4E5B-8425-E64A928230D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9341842C-4F79-4D54-9297-0F5BB6CBE07A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698A072F-337B-48F5-8A1F-59181C258AE2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2FFFB832-3B33-4C37-B85E-800BECBC27D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B985FC21-20A5-48B9-81F8-F322A668B33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43692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>
            <a:extLst>
              <a:ext uri="{FF2B5EF4-FFF2-40B4-BE49-F238E27FC236}">
                <a16:creationId xmlns:a16="http://schemas.microsoft.com/office/drawing/2014/main" id="{04401C91-7107-445D-9949-461D5C8176D8}"/>
              </a:ext>
            </a:extLst>
          </p:cNvPr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 userDrawn="1"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0" name="文本框 189">
            <a:extLst>
              <a:ext uri="{FF2B5EF4-FFF2-40B4-BE49-F238E27FC236}">
                <a16:creationId xmlns:a16="http://schemas.microsoft.com/office/drawing/2014/main" id="{2BF83036-0FE6-45D5-B083-B31247B77CCD}"/>
              </a:ext>
            </a:extLst>
          </p:cNvPr>
          <p:cNvSpPr txBox="1"/>
          <p:nvPr userDrawn="1"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 userDrawn="1"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 userDrawn="1"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48364A7A-DCFC-4DBF-9B1E-86E598095A6E}"/>
              </a:ext>
            </a:extLst>
          </p:cNvPr>
          <p:cNvGrpSpPr/>
          <p:nvPr userDrawn="1"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B84D654C-2E7B-4CF8-A9DD-BE03344F2802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>
                <a:extLst>
                  <a:ext uri="{FF2B5EF4-FFF2-40B4-BE49-F238E27FC236}">
                    <a16:creationId xmlns:a16="http://schemas.microsoft.com/office/drawing/2014/main" id="{E74EB83A-F768-4EE0-9718-DF705E09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6">
                <a:extLst>
                  <a:ext uri="{FF2B5EF4-FFF2-40B4-BE49-F238E27FC236}">
                    <a16:creationId xmlns:a16="http://schemas.microsoft.com/office/drawing/2014/main" id="{FD7134D9-F845-49C7-AD62-1074531C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0" name="组合 209">
                <a:extLst>
                  <a:ext uri="{FF2B5EF4-FFF2-40B4-BE49-F238E27FC236}">
                    <a16:creationId xmlns:a16="http://schemas.microsoft.com/office/drawing/2014/main" id="{AA9E4DF3-5CDD-47A2-B92E-98CEE08BDBFE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>
                  <a:extLst>
                    <a:ext uri="{FF2B5EF4-FFF2-40B4-BE49-F238E27FC236}">
                      <a16:creationId xmlns:a16="http://schemas.microsoft.com/office/drawing/2014/main" id="{D241DAAF-5A57-4B53-A414-F35E61268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" name="Freeform 8">
                  <a:extLst>
                    <a:ext uri="{FF2B5EF4-FFF2-40B4-BE49-F238E27FC236}">
                      <a16:creationId xmlns:a16="http://schemas.microsoft.com/office/drawing/2014/main" id="{C82523E8-0F30-479D-A5D2-16BB9CEA0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22B73C6F-55AD-4330-9484-5959CA6271C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>
                  <a:extLst>
                    <a:ext uri="{FF2B5EF4-FFF2-40B4-BE49-F238E27FC236}">
                      <a16:creationId xmlns:a16="http://schemas.microsoft.com/office/drawing/2014/main" id="{BB55C777-43AA-4FBB-9AD4-B7FF2095D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3" name="Freeform 16">
                  <a:extLst>
                    <a:ext uri="{FF2B5EF4-FFF2-40B4-BE49-F238E27FC236}">
                      <a16:creationId xmlns:a16="http://schemas.microsoft.com/office/drawing/2014/main" id="{9C0858FC-9CFA-4768-814D-94461D829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7">
                  <a:extLst>
                    <a:ext uri="{FF2B5EF4-FFF2-40B4-BE49-F238E27FC236}">
                      <a16:creationId xmlns:a16="http://schemas.microsoft.com/office/drawing/2014/main" id="{52902D10-ED94-42B8-8A70-6D07A28CA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62158792-A294-40AA-954E-4719C7995087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>
                <a:extLst>
                  <a:ext uri="{FF2B5EF4-FFF2-40B4-BE49-F238E27FC236}">
                    <a16:creationId xmlns:a16="http://schemas.microsoft.com/office/drawing/2014/main" id="{3382BE81-456F-4F1C-81D0-027EE44EDAC9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>
                  <a:extLst>
                    <a:ext uri="{FF2B5EF4-FFF2-40B4-BE49-F238E27FC236}">
                      <a16:creationId xmlns:a16="http://schemas.microsoft.com/office/drawing/2014/main" id="{72CC7D81-5227-4AF5-8A4E-3B237ED9F8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7" name="Freeform 10">
                  <a:extLst>
                    <a:ext uri="{FF2B5EF4-FFF2-40B4-BE49-F238E27FC236}">
                      <a16:creationId xmlns:a16="http://schemas.microsoft.com/office/drawing/2014/main" id="{922E518E-C937-46BC-A357-2CFB11C404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ABCDAFBE-C48F-4E66-BD53-193C689DE012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>
                  <a:extLst>
                    <a:ext uri="{FF2B5EF4-FFF2-40B4-BE49-F238E27FC236}">
                      <a16:creationId xmlns:a16="http://schemas.microsoft.com/office/drawing/2014/main" id="{A99989BE-AF23-4893-B282-9BD696C324B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dirty="0"/>
                </a:p>
              </p:txBody>
            </p:sp>
            <p:sp>
              <p:nvSpPr>
                <p:cNvPr id="205" name="Freeform 14">
                  <a:extLst>
                    <a:ext uri="{FF2B5EF4-FFF2-40B4-BE49-F238E27FC236}">
                      <a16:creationId xmlns:a16="http://schemas.microsoft.com/office/drawing/2014/main" id="{AD32120E-D1A2-47B0-A0A2-02153E129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886273D7-8BB3-4E8C-9271-62EC930FD278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>
                  <a:extLst>
                    <a:ext uri="{FF2B5EF4-FFF2-40B4-BE49-F238E27FC236}">
                      <a16:creationId xmlns:a16="http://schemas.microsoft.com/office/drawing/2014/main" id="{6E5C67D3-EFFE-48B6-8970-3D8C6F0AB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2" name="Freeform 19">
                  <a:extLst>
                    <a:ext uri="{FF2B5EF4-FFF2-40B4-BE49-F238E27FC236}">
                      <a16:creationId xmlns:a16="http://schemas.microsoft.com/office/drawing/2014/main" id="{AABD775D-0FD1-4FEF-98CF-60ED18C8B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20">
                  <a:extLst>
                    <a:ext uri="{FF2B5EF4-FFF2-40B4-BE49-F238E27FC236}">
                      <a16:creationId xmlns:a16="http://schemas.microsoft.com/office/drawing/2014/main" id="{48C47EB1-1A63-49A0-86D0-52C48F9CA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5FEBDE9F-A69B-4F04-8E0A-C0BB330BDDCE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>
                  <a:extLst>
                    <a:ext uri="{FF2B5EF4-FFF2-40B4-BE49-F238E27FC236}">
                      <a16:creationId xmlns:a16="http://schemas.microsoft.com/office/drawing/2014/main" id="{DC3B097E-E820-4F88-8E06-B983666964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0" name="Freeform 12">
                  <a:extLst>
                    <a:ext uri="{FF2B5EF4-FFF2-40B4-BE49-F238E27FC236}">
                      <a16:creationId xmlns:a16="http://schemas.microsoft.com/office/drawing/2014/main" id="{678B5325-0958-41D5-8A69-0B813182C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E6BEC4AD-EC2B-40BF-9DF2-C0401E47816B}"/>
              </a:ext>
            </a:extLst>
          </p:cNvPr>
          <p:cNvGrpSpPr/>
          <p:nvPr userDrawn="1"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>
              <a:extLst>
                <a:ext uri="{FF2B5EF4-FFF2-40B4-BE49-F238E27FC236}">
                  <a16:creationId xmlns:a16="http://schemas.microsoft.com/office/drawing/2014/main" id="{DDF33D06-0CB0-4415-8C23-080987D6DEC5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0FE12454-6E3E-4501-B87B-F33909D9E9E2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CBF850CF-B21A-4C8E-9360-EBAABA943C6B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22867DDB-BC3C-4ED4-B138-84D833E3BA2F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B26378ED-8AB0-4021-8058-E170143BE9B3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F2AE16D-452F-427F-BA97-76F789F0787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7F38AC6-EDC0-4C54-996F-0871BB8C366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F281ED93-B25B-4BAE-9813-39E1F32BC1E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9CAE9822-61EC-4AB9-9681-EAFB7DE66826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46385209-4487-47F5-894B-D17BF79BBF7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87CDE21-4618-40A7-8045-EAC70013C8EB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12A5452C-636A-497B-9E5C-67465BB36C1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6910691B-6750-43B4-A85A-2AF733C0BEA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C11AC79-59FB-4A00-81BE-54C4C7D269F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7228C53C-4AD8-4CD9-BCBA-88B18661EF9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0E2C84A-70BE-4138-9F61-2815B8D21D45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47523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>
            <a:extLst>
              <a:ext uri="{FF2B5EF4-FFF2-40B4-BE49-F238E27FC236}">
                <a16:creationId xmlns:a16="http://schemas.microsoft.com/office/drawing/2014/main" id="{A3088944-5535-4D68-A8EF-DDE6FEE4FFCC}"/>
              </a:ext>
            </a:extLst>
          </p:cNvPr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2019/5/27</a:t>
            </a:fld>
            <a:endParaRPr lang="zh-CN" altLang="en-US" dirty="0"/>
          </a:p>
        </p:txBody>
      </p:sp>
      <p:sp>
        <p:nvSpPr>
          <p:cNvPr id="191" name="TextBox 189_1">
            <a:extLst>
              <a:ext uri="{FF2B5EF4-FFF2-40B4-BE49-F238E27FC236}">
                <a16:creationId xmlns:a16="http://schemas.microsoft.com/office/drawing/2014/main" id="{631B26DE-9164-47EA-95E0-E3BFB15FBF49}"/>
              </a:ext>
            </a:extLst>
          </p:cNvPr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54469BE7-02A9-454B-919A-0C4E1139AFEB}"/>
              </a:ext>
            </a:extLst>
          </p:cNvPr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F200B9F-7F18-4049-9E1F-AD3821E2C87D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>
                <a:extLst>
                  <a:ext uri="{FF2B5EF4-FFF2-40B4-BE49-F238E27FC236}">
                    <a16:creationId xmlns:a16="http://schemas.microsoft.com/office/drawing/2014/main" id="{257D65D6-880A-4319-B7D5-085337BE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">
                <a:extLst>
                  <a:ext uri="{FF2B5EF4-FFF2-40B4-BE49-F238E27FC236}">
                    <a16:creationId xmlns:a16="http://schemas.microsoft.com/office/drawing/2014/main" id="{7EF9A999-5384-49B9-A417-7CE12DB2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DC6F2F32-1929-4F94-9F94-949A83726E31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>
                  <a:extLst>
                    <a:ext uri="{FF2B5EF4-FFF2-40B4-BE49-F238E27FC236}">
                      <a16:creationId xmlns:a16="http://schemas.microsoft.com/office/drawing/2014/main" id="{F29B6D0D-3D25-4D30-A550-135CF77BC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>
                  <a:extLst>
                    <a:ext uri="{FF2B5EF4-FFF2-40B4-BE49-F238E27FC236}">
                      <a16:creationId xmlns:a16="http://schemas.microsoft.com/office/drawing/2014/main" id="{88306CBE-E6DF-4BD9-8F93-90134CB9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>
                <a:extLst>
                  <a:ext uri="{FF2B5EF4-FFF2-40B4-BE49-F238E27FC236}">
                    <a16:creationId xmlns:a16="http://schemas.microsoft.com/office/drawing/2014/main" id="{40E14A8F-EBEA-4199-B77B-DF2C9B45159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>
                  <a:extLst>
                    <a:ext uri="{FF2B5EF4-FFF2-40B4-BE49-F238E27FC236}">
                      <a16:creationId xmlns:a16="http://schemas.microsoft.com/office/drawing/2014/main" id="{69DCA99F-4C47-47F7-8DA8-193BA5E55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>
                  <a:extLst>
                    <a:ext uri="{FF2B5EF4-FFF2-40B4-BE49-F238E27FC236}">
                      <a16:creationId xmlns:a16="http://schemas.microsoft.com/office/drawing/2014/main" id="{99FC346D-A24A-49DA-8BAA-DB278D6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>
                  <a:extLst>
                    <a:ext uri="{FF2B5EF4-FFF2-40B4-BE49-F238E27FC236}">
                      <a16:creationId xmlns:a16="http://schemas.microsoft.com/office/drawing/2014/main" id="{7CEA79F7-143C-47FB-9468-7E888ACE9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E246B67B-DDBC-4633-BFD5-68529C93857B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01C5CC79-F84C-4490-B572-E2DC48529660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>
                  <a:extLst>
                    <a:ext uri="{FF2B5EF4-FFF2-40B4-BE49-F238E27FC236}">
                      <a16:creationId xmlns:a16="http://schemas.microsoft.com/office/drawing/2014/main" id="{529045ED-51D6-4DFF-8E08-AE470267AD1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>
                  <a:extLst>
                    <a:ext uri="{FF2B5EF4-FFF2-40B4-BE49-F238E27FC236}">
                      <a16:creationId xmlns:a16="http://schemas.microsoft.com/office/drawing/2014/main" id="{178216CA-652C-4D57-9F2B-42DC3B1E7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CB379A64-B450-457D-81D3-4FD0626067E6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>
                  <a:extLst>
                    <a:ext uri="{FF2B5EF4-FFF2-40B4-BE49-F238E27FC236}">
                      <a16:creationId xmlns:a16="http://schemas.microsoft.com/office/drawing/2014/main" id="{18620D8A-0A47-425A-ADBB-49D78D5927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>
                  <a:extLst>
                    <a:ext uri="{FF2B5EF4-FFF2-40B4-BE49-F238E27FC236}">
                      <a16:creationId xmlns:a16="http://schemas.microsoft.com/office/drawing/2014/main" id="{E0209284-8E71-406E-B64A-F8DF97800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672EA529-B56F-49B6-9302-02BC39D4BE11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>
                  <a:extLst>
                    <a:ext uri="{FF2B5EF4-FFF2-40B4-BE49-F238E27FC236}">
                      <a16:creationId xmlns:a16="http://schemas.microsoft.com/office/drawing/2014/main" id="{F25C04C5-C1E7-4FDD-B014-D45BA93DD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>
                  <a:extLst>
                    <a:ext uri="{FF2B5EF4-FFF2-40B4-BE49-F238E27FC236}">
                      <a16:creationId xmlns:a16="http://schemas.microsoft.com/office/drawing/2014/main" id="{ECD1B50A-2E45-4A0E-A203-C30237DB8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>
                  <a:extLst>
                    <a:ext uri="{FF2B5EF4-FFF2-40B4-BE49-F238E27FC236}">
                      <a16:creationId xmlns:a16="http://schemas.microsoft.com/office/drawing/2014/main" id="{331AFC7C-BFC4-46A8-BE95-9A2048678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>
                <a:extLst>
                  <a:ext uri="{FF2B5EF4-FFF2-40B4-BE49-F238E27FC236}">
                    <a16:creationId xmlns:a16="http://schemas.microsoft.com/office/drawing/2014/main" id="{1E64D241-4D66-4722-A258-C4C67A6B71A5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>
                  <a:extLst>
                    <a:ext uri="{FF2B5EF4-FFF2-40B4-BE49-F238E27FC236}">
                      <a16:creationId xmlns:a16="http://schemas.microsoft.com/office/drawing/2014/main" id="{E17A35A2-F714-40B7-B0A2-A5F1B42831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>
                  <a:extLst>
                    <a:ext uri="{FF2B5EF4-FFF2-40B4-BE49-F238E27FC236}">
                      <a16:creationId xmlns:a16="http://schemas.microsoft.com/office/drawing/2014/main" id="{6E4EBDE0-4FB8-4A4E-8C35-E5170515B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616633A0-CB3D-4844-9869-0828B39AB480}"/>
              </a:ext>
            </a:extLst>
          </p:cNvPr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29DFF2E6-C35D-4B67-BA19-ADCF680D75A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D3FB11D-F239-4544-B095-6569ABE641C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F33FAD8A-4628-4931-8A27-694CC8682BB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4B9A99E2-D107-48D3-86CF-8EDADF04A7A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9BAF139B-D2E0-4D78-B567-D5BB0DB5553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02F230EF-9767-438A-A66B-954828F6C4A2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08DCDD00-4EDE-4A00-A465-020224A2AD22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22643364-B587-499E-8CDB-E2A019D1B67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408E07A3-AFA1-435E-90FE-AEC3785ABD2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3DB1F8EE-AE63-4D29-800F-7DD54FD09797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2C63A41-6C1D-4C53-A891-D73E829BBB3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236A6C7C-20B4-4E5B-8425-E64A928230D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9341842C-4F79-4D54-9297-0F5BB6CBE07A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698A072F-337B-48F5-8A1F-59181C258AE2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2FFFB832-3B33-4C37-B85E-800BECBC27D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B985FC21-20A5-48B9-81F8-F322A668B33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46080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935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307D9317-7C4B-477D-9FCD-CD5482370328}" type="datetimeFigureOut">
              <a:rPr lang="zh-CN" altLang="en-US"/>
              <a:pPr>
                <a:defRPr/>
              </a:pPr>
              <a:t>2026/5/29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EC0B3BC9-7090-482A-AB63-1945A9C9F1E4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54388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3699" r:id="rId24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2026/5/29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11426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1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18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18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占位符 4">
            <a:extLst>
              <a:ext uri="{FF2B5EF4-FFF2-40B4-BE49-F238E27FC236}">
                <a16:creationId xmlns:a16="http://schemas.microsoft.com/office/drawing/2014/main" id="{ADC8450B-B7A8-4345-A581-E9097A65571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49208" y="4270263"/>
            <a:ext cx="7287114" cy="1578523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指导老师：王楠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fld id="{557380AF-A950-485A-9126-2F7168CD3CCC}" type="datetime1">
              <a:rPr lang="zh-CN" altLang="en-US" smtClean="0"/>
              <a:pPr>
                <a:lnSpc>
                  <a:spcPct val="150000"/>
                </a:lnSpc>
              </a:pPr>
              <a:t>2026/5/29</a:t>
            </a:fld>
            <a:endParaRPr lang="en-US" altLang="zh-CN" dirty="0"/>
          </a:p>
          <a:p>
            <a:pPr>
              <a:lnSpc>
                <a:spcPct val="150000"/>
              </a:lnSpc>
            </a:pPr>
            <a:endParaRPr lang="zh-CN" altLang="en-US" dirty="0"/>
          </a:p>
        </p:txBody>
      </p:sp>
      <p:sp>
        <p:nvSpPr>
          <p:cNvPr id="20" name="文本占位符 27">
            <a:extLst>
              <a:ext uri="{FF2B5EF4-FFF2-40B4-BE49-F238E27FC236}">
                <a16:creationId xmlns:a16="http://schemas.microsoft.com/office/drawing/2014/main" id="{CCDACD4C-1CA6-4E65-8D95-3D708C7F59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549208" y="1484311"/>
            <a:ext cx="7287114" cy="2386807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数字华容道的</a:t>
            </a:r>
            <a:endParaRPr lang="en-US" altLang="zh-CN" sz="6000" b="1" dirty="0"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设计与实现</a:t>
            </a:r>
          </a:p>
        </p:txBody>
      </p:sp>
      <p:cxnSp>
        <p:nvCxnSpPr>
          <p:cNvPr id="21" name="直接连接符 20">
            <a:extLst>
              <a:ext uri="{FF2B5EF4-FFF2-40B4-BE49-F238E27FC236}">
                <a16:creationId xmlns:a16="http://schemas.microsoft.com/office/drawing/2014/main" id="{F02FAD8C-9DE1-4C82-A97E-3FC46FEADB6D}"/>
              </a:ext>
            </a:extLst>
          </p:cNvPr>
          <p:cNvCxnSpPr/>
          <p:nvPr/>
        </p:nvCxnSpPr>
        <p:spPr>
          <a:xfrm>
            <a:off x="3549208" y="4010868"/>
            <a:ext cx="7287114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7327235"/>
      </p:ext>
    </p:extLst>
  </p:cSld>
  <p:clrMapOvr>
    <a:masterClrMapping/>
  </p:clrMapOvr>
  <p:transition spd="med">
    <p:pull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基本情况与约束条件</a:t>
            </a:r>
          </a:p>
        </p:txBody>
      </p:sp>
      <p:sp>
        <p:nvSpPr>
          <p:cNvPr id="8" name="平行四边形 7">
            <a:extLst>
              <a:ext uri="{FF2B5EF4-FFF2-40B4-BE49-F238E27FC236}">
                <a16:creationId xmlns:a16="http://schemas.microsoft.com/office/drawing/2014/main" id="{32348477-5D10-4901-9173-DC964BF89229}"/>
              </a:ext>
            </a:extLst>
          </p:cNvPr>
          <p:cNvSpPr/>
          <p:nvPr/>
        </p:nvSpPr>
        <p:spPr>
          <a:xfrm>
            <a:off x="674412" y="162601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1"/>
                </a:gs>
              </a:gsLst>
              <a:lin ang="12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平行四边形 10">
            <a:extLst>
              <a:ext uri="{FF2B5EF4-FFF2-40B4-BE49-F238E27FC236}">
                <a16:creationId xmlns:a16="http://schemas.microsoft.com/office/drawing/2014/main" id="{0A034329-0ACC-472E-884C-4E78CC69A788}"/>
              </a:ext>
            </a:extLst>
          </p:cNvPr>
          <p:cNvSpPr/>
          <p:nvPr/>
        </p:nvSpPr>
        <p:spPr>
          <a:xfrm>
            <a:off x="5822046" y="236624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4"/>
                </a:gs>
              </a:gsLst>
              <a:lin ang="96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51AADF55-D27C-40F9-930F-99385A786CB9}"/>
              </a:ext>
            </a:extLst>
          </p:cNvPr>
          <p:cNvSpPr txBox="1"/>
          <p:nvPr/>
        </p:nvSpPr>
        <p:spPr>
          <a:xfrm>
            <a:off x="4978400" y="2558913"/>
            <a:ext cx="2235200" cy="1653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9600" b="0" i="1" u="none" strike="noStrike" kern="1200" cap="none" spc="300" normalizeH="0" baseline="0" noProof="0" dirty="0">
                <a:ln>
                  <a:noFill/>
                </a:ln>
                <a:solidFill>
                  <a:srgbClr val="006C39">
                    <a:alpha val="11000"/>
                  </a:srgbClr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VS</a:t>
            </a:r>
            <a:endParaRPr kumimoji="0" lang="zh-CN" altLang="en-US" sz="9600" b="0" i="1" u="none" strike="noStrike" kern="1200" cap="none" spc="300" normalizeH="0" baseline="0" noProof="0" dirty="0">
              <a:ln>
                <a:noFill/>
              </a:ln>
              <a:solidFill>
                <a:srgbClr val="006C39">
                  <a:alpha val="11000"/>
                </a:srgbClr>
              </a:solidFill>
              <a:effectLst/>
              <a:uLnTx/>
              <a:uFillTx/>
              <a:latin typeface="微软雅黑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B84415BE-297A-4670-8F68-6825798EB1BD}"/>
              </a:ext>
            </a:extLst>
          </p:cNvPr>
          <p:cNvSpPr txBox="1"/>
          <p:nvPr/>
        </p:nvSpPr>
        <p:spPr>
          <a:xfrm>
            <a:off x="6779052" y="2948057"/>
            <a:ext cx="4453943" cy="252953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zh-CN" altLang="en-US" sz="1600" dirty="0"/>
              <a:t>在</a:t>
            </a:r>
            <a:r>
              <a:rPr lang="en-US" altLang="zh-CN" sz="1600" dirty="0"/>
              <a:t>N×N</a:t>
            </a:r>
            <a:r>
              <a:rPr lang="zh-CN" altLang="en-US" sz="1600" dirty="0"/>
              <a:t>的方格棋盘上，摆放标记数字</a:t>
            </a:r>
            <a:r>
              <a:rPr lang="en-US" altLang="zh-CN" sz="1600" dirty="0"/>
              <a:t>1~</a:t>
            </a:r>
            <a:r>
              <a:rPr lang="zh-CN" altLang="en-US" sz="1600" dirty="0"/>
              <a:t>（</a:t>
            </a:r>
            <a:r>
              <a:rPr lang="en-US" altLang="zh-CN" sz="1600" dirty="0"/>
              <a:t>N×N-1</a:t>
            </a:r>
            <a:r>
              <a:rPr lang="zh-CN" altLang="en-US" sz="1600" dirty="0"/>
              <a:t>）的方块及一个空格。游戏初始时棋子随机摆放（空格固定在右下角）。玩家需通过水平或垂直移动相邻棋子，最终将数字恢复为从左到右、从上到下的连续增序排列。本项目设计并实现了一个包含人类游玩模式、有无解判定、以及自动求解最优路径的完整棋盘系统。</a:t>
            </a:r>
            <a:endParaRPr lang="zh-CN" altLang="en-US" sz="1600" spc="150" dirty="0"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24A929E3-FE8C-44A4-AA75-7D72577C71D4}"/>
              </a:ext>
            </a:extLst>
          </p:cNvPr>
          <p:cNvSpPr txBox="1"/>
          <p:nvPr/>
        </p:nvSpPr>
        <p:spPr>
          <a:xfrm>
            <a:off x="7485199" y="2338693"/>
            <a:ext cx="2656114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A13F0B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题目内容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A9427E30-E0A0-458E-BE46-90E9D0AEE789}"/>
              </a:ext>
            </a:extLst>
          </p:cNvPr>
          <p:cNvSpPr txBox="1"/>
          <p:nvPr/>
        </p:nvSpPr>
        <p:spPr>
          <a:xfrm>
            <a:off x="1606550" y="2186518"/>
            <a:ext cx="3834856" cy="25288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en-US" altLang="zh-CN" sz="1600" dirty="0"/>
              <a:t>1.</a:t>
            </a:r>
            <a:r>
              <a:rPr lang="zh-CN" altLang="en-US" sz="1600" dirty="0"/>
              <a:t>必须利用数据结构中栈或者队列特性编写程序；</a:t>
            </a:r>
            <a:endParaRPr lang="en-US" altLang="zh-CN" sz="1600" dirty="0"/>
          </a:p>
          <a:p>
            <a:pPr algn="just"/>
            <a:r>
              <a:rPr lang="en-US" altLang="zh-CN" sz="1600" dirty="0"/>
              <a:t>2.</a:t>
            </a:r>
            <a:r>
              <a:rPr lang="zh-CN" altLang="en-US" sz="1600" dirty="0"/>
              <a:t>支持</a:t>
            </a:r>
            <a:r>
              <a:rPr lang="en-US" altLang="zh-CN" sz="1600" dirty="0"/>
              <a:t>N=3</a:t>
            </a:r>
            <a:r>
              <a:rPr lang="zh-CN" altLang="en-US" sz="1600" dirty="0"/>
              <a:t>与</a:t>
            </a:r>
            <a:r>
              <a:rPr lang="en-US" altLang="zh-CN" sz="1600" dirty="0"/>
              <a:t>N=4</a:t>
            </a:r>
            <a:r>
              <a:rPr lang="zh-CN" altLang="en-US" sz="1600" dirty="0"/>
              <a:t>规格；</a:t>
            </a:r>
            <a:endParaRPr lang="en-US" altLang="zh-CN" sz="1600" dirty="0"/>
          </a:p>
          <a:p>
            <a:pPr algn="just"/>
            <a:r>
              <a:rPr lang="en-US" altLang="zh-CN" sz="1600" dirty="0"/>
              <a:t>3.</a:t>
            </a:r>
            <a:r>
              <a:rPr lang="zh-CN" altLang="en-US" sz="1600" dirty="0"/>
              <a:t>随机生成初始状态；</a:t>
            </a:r>
            <a:endParaRPr lang="en-US" altLang="zh-CN" sz="1600" dirty="0"/>
          </a:p>
          <a:p>
            <a:pPr algn="just"/>
            <a:r>
              <a:rPr lang="en-US" altLang="zh-CN" sz="1600" dirty="0"/>
              <a:t>4.</a:t>
            </a:r>
            <a:r>
              <a:rPr lang="zh-CN" altLang="en-US" sz="1600" dirty="0"/>
              <a:t>计算机需确定是否有解，并给出完整移动方案；</a:t>
            </a:r>
            <a:endParaRPr lang="en-US" altLang="zh-CN" sz="1600" dirty="0"/>
          </a:p>
          <a:p>
            <a:pPr algn="just"/>
            <a:r>
              <a:rPr lang="en-US" altLang="zh-CN" sz="1600" dirty="0"/>
              <a:t>5.</a:t>
            </a:r>
            <a:r>
              <a:rPr lang="zh-CN" altLang="en-US" sz="1600" dirty="0"/>
              <a:t>实现图形用户界面；</a:t>
            </a:r>
            <a:endParaRPr lang="en-US" altLang="zh-CN" sz="1600" dirty="0"/>
          </a:p>
          <a:p>
            <a:pPr algn="just"/>
            <a:r>
              <a:rPr lang="en-US" altLang="zh-CN" sz="1600" dirty="0"/>
              <a:t>6.</a:t>
            </a:r>
            <a:r>
              <a:rPr lang="zh-CN" altLang="en-US" sz="1600" dirty="0"/>
              <a:t>支持人类玩家键鼠交互</a:t>
            </a:r>
            <a:endParaRPr kumimoji="0" lang="zh-CN" altLang="en-US" sz="16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BFE2F0AC-FD39-4750-8D6D-33E078192640}"/>
              </a:ext>
            </a:extLst>
          </p:cNvPr>
          <p:cNvSpPr txBox="1"/>
          <p:nvPr/>
        </p:nvSpPr>
        <p:spPr>
          <a:xfrm>
            <a:off x="1049513" y="1623950"/>
            <a:ext cx="3904343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006C39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约束条件</a:t>
            </a:r>
          </a:p>
        </p:txBody>
      </p:sp>
      <p:sp>
        <p:nvSpPr>
          <p:cNvPr id="21" name="文本框 20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marL="228600" marR="0" lvl="0" indent="-22860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2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1972348"/>
      </p:ext>
    </p:extLst>
  </p:cSld>
  <p:clrMapOvr>
    <a:masterClrMapping/>
  </p:clrMapOvr>
  <p:transition spd="med">
    <p:pull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成员分工</a:t>
            </a:r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9817F25C-98CC-4609-AC15-0D6EC7B92E15}"/>
              </a:ext>
            </a:extLst>
          </p:cNvPr>
          <p:cNvSpPr txBox="1">
            <a:spLocks/>
          </p:cNvSpPr>
          <p:nvPr/>
        </p:nvSpPr>
        <p:spPr>
          <a:xfrm>
            <a:off x="881006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  <a:sym typeface="+mn-lt"/>
              </a:rPr>
              <a:t>主要负责图形界面的绘制、玩家操作的响应、以及游戏主循环的维护。</a:t>
            </a:r>
            <a:endParaRPr lang="en-US" altLang="zh-CN" dirty="0">
              <a:solidFill>
                <a:srgbClr val="000000"/>
              </a:solidFill>
              <a:sym typeface="+mn-lt"/>
            </a:endParaRP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  <a:sym typeface="+mn-lt"/>
              </a:rPr>
              <a:t>核心负责文件：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  <a:sym typeface="+mn-lt"/>
              </a:rPr>
              <a:t>main.cpp</a:t>
            </a:r>
          </a:p>
        </p:txBody>
      </p:sp>
      <p:sp>
        <p:nvSpPr>
          <p:cNvPr id="11" name="文本占位符 13">
            <a:extLst>
              <a:ext uri="{FF2B5EF4-FFF2-40B4-BE49-F238E27FC236}">
                <a16:creationId xmlns:a16="http://schemas.microsoft.com/office/drawing/2014/main" id="{F643D320-2708-4246-938C-176F9709E26D}"/>
              </a:ext>
            </a:extLst>
          </p:cNvPr>
          <p:cNvSpPr txBox="1">
            <a:spLocks/>
          </p:cNvSpPr>
          <p:nvPr/>
        </p:nvSpPr>
        <p:spPr>
          <a:xfrm>
            <a:off x="3716180" y="3112551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fontScale="77500" lnSpcReduction="2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dirty="0"/>
              <a:t>负责</a:t>
            </a:r>
            <a:r>
              <a:rPr lang="zh-CN" altLang="zh-CN" dirty="0"/>
              <a:t>路径检索算法的设计，并提供状态可行性判定与启发式估值计算。</a:t>
            </a:r>
          </a:p>
          <a:p>
            <a:r>
              <a:rPr lang="zh-CN" altLang="zh-CN" dirty="0"/>
              <a:t>核心负责文件：</a:t>
            </a:r>
            <a:r>
              <a:rPr lang="en-US" altLang="zh-CN" dirty="0" err="1"/>
              <a:t>Solver.h</a:t>
            </a:r>
            <a:r>
              <a:rPr lang="zh-CN" altLang="zh-CN" dirty="0"/>
              <a:t>、</a:t>
            </a:r>
            <a:r>
              <a:rPr lang="en-US" altLang="zh-CN" dirty="0"/>
              <a:t>Solver.cpp</a:t>
            </a:r>
            <a:r>
              <a:rPr lang="zh-CN" altLang="zh-CN" dirty="0"/>
              <a:t>，以及</a:t>
            </a:r>
            <a:r>
              <a:rPr lang="en-US" altLang="zh-CN" dirty="0"/>
              <a:t> Board.cpp </a:t>
            </a:r>
            <a:r>
              <a:rPr lang="zh-CN" altLang="zh-CN" dirty="0"/>
              <a:t>中的数学评估部分（</a:t>
            </a:r>
            <a:r>
              <a:rPr lang="en-US" altLang="zh-CN" dirty="0" err="1"/>
              <a:t>isSolvable</a:t>
            </a:r>
            <a:r>
              <a:rPr lang="en-US" altLang="zh-CN" dirty="0"/>
              <a:t> </a:t>
            </a:r>
            <a:r>
              <a:rPr lang="zh-CN" altLang="zh-CN" dirty="0"/>
              <a:t>和</a:t>
            </a:r>
            <a:r>
              <a:rPr lang="en-US" altLang="zh-CN" dirty="0"/>
              <a:t> </a:t>
            </a:r>
            <a:r>
              <a:rPr lang="en-US" altLang="zh-CN" dirty="0" err="1"/>
              <a:t>manhattan</a:t>
            </a:r>
            <a:r>
              <a:rPr lang="zh-CN" altLang="zh-CN" dirty="0"/>
              <a:t>）</a:t>
            </a:r>
          </a:p>
        </p:txBody>
      </p:sp>
      <p:sp>
        <p:nvSpPr>
          <p:cNvPr id="16" name="文本占位符 14">
            <a:extLst>
              <a:ext uri="{FF2B5EF4-FFF2-40B4-BE49-F238E27FC236}">
                <a16:creationId xmlns:a16="http://schemas.microsoft.com/office/drawing/2014/main" id="{ED6F4896-FF1C-465E-BC10-8A0657C63892}"/>
              </a:ext>
            </a:extLst>
          </p:cNvPr>
          <p:cNvSpPr txBox="1">
            <a:spLocks/>
          </p:cNvSpPr>
          <p:nvPr/>
        </p:nvSpPr>
        <p:spPr>
          <a:xfrm>
            <a:off x="6551355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dirty="0"/>
              <a:t>负责</a:t>
            </a:r>
            <a:r>
              <a:rPr lang="zh-CN" altLang="zh-CN" dirty="0"/>
              <a:t>不依赖标准库的自定义容器开发，以及棋盘基础状态和物理移动规则的维护。</a:t>
            </a:r>
          </a:p>
          <a:p>
            <a:r>
              <a:rPr lang="zh-CN" altLang="zh-CN" dirty="0"/>
              <a:t>核心负责文件：</a:t>
            </a:r>
            <a:r>
              <a:rPr lang="en-US" altLang="zh-CN" dirty="0" err="1"/>
              <a:t>DataStructures.h</a:t>
            </a:r>
            <a:r>
              <a:rPr lang="zh-CN" altLang="zh-CN" dirty="0"/>
              <a:t>、</a:t>
            </a:r>
            <a:r>
              <a:rPr lang="en-US" altLang="zh-CN" dirty="0" err="1"/>
              <a:t>Board.h</a:t>
            </a:r>
            <a:r>
              <a:rPr lang="zh-CN" altLang="zh-CN" dirty="0"/>
              <a:t>、</a:t>
            </a:r>
            <a:r>
              <a:rPr lang="en-US" altLang="zh-CN" dirty="0"/>
              <a:t>Board.cpp</a:t>
            </a:r>
            <a:endParaRPr lang="zh-CN" altLang="zh-CN" dirty="0"/>
          </a:p>
        </p:txBody>
      </p:sp>
      <p:sp>
        <p:nvSpPr>
          <p:cNvPr id="17" name="文本占位符 8">
            <a:extLst>
              <a:ext uri="{FF2B5EF4-FFF2-40B4-BE49-F238E27FC236}">
                <a16:creationId xmlns:a16="http://schemas.microsoft.com/office/drawing/2014/main" id="{5A4723B8-9B63-4E88-8B4D-FDAD4F660E7B}"/>
              </a:ext>
            </a:extLst>
          </p:cNvPr>
          <p:cNvSpPr txBox="1">
            <a:spLocks/>
          </p:cNvSpPr>
          <p:nvPr/>
        </p:nvSpPr>
        <p:spPr>
          <a:xfrm>
            <a:off x="881005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1" kern="1200">
                <a:solidFill>
                  <a:schemeClr val="bg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孙嘉钲</a:t>
            </a:r>
          </a:p>
        </p:txBody>
      </p:sp>
      <p:sp>
        <p:nvSpPr>
          <p:cNvPr id="18" name="文本占位符 11">
            <a:extLst>
              <a:ext uri="{FF2B5EF4-FFF2-40B4-BE49-F238E27FC236}">
                <a16:creationId xmlns:a16="http://schemas.microsoft.com/office/drawing/2014/main" id="{5298D127-EB96-4487-AE28-08497E744C04}"/>
              </a:ext>
            </a:extLst>
          </p:cNvPr>
          <p:cNvSpPr txBox="1">
            <a:spLocks/>
          </p:cNvSpPr>
          <p:nvPr/>
        </p:nvSpPr>
        <p:spPr>
          <a:xfrm>
            <a:off x="3716179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孟德源</a:t>
            </a:r>
            <a:endParaRPr lang="zh-CN" altLang="en-US" dirty="0">
              <a:sym typeface="+mn-lt"/>
            </a:endParaRPr>
          </a:p>
        </p:txBody>
      </p:sp>
      <p:sp>
        <p:nvSpPr>
          <p:cNvPr id="19" name="文本占位符 12">
            <a:extLst>
              <a:ext uri="{FF2B5EF4-FFF2-40B4-BE49-F238E27FC236}">
                <a16:creationId xmlns:a16="http://schemas.microsoft.com/office/drawing/2014/main" id="{FCF44A34-CCD4-4E8C-BF90-093C35AABA95}"/>
              </a:ext>
            </a:extLst>
          </p:cNvPr>
          <p:cNvSpPr txBox="1">
            <a:spLocks/>
          </p:cNvSpPr>
          <p:nvPr/>
        </p:nvSpPr>
        <p:spPr>
          <a:xfrm>
            <a:off x="6551354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石盛喆</a:t>
            </a:r>
            <a:endParaRPr lang="zh-CN" altLang="en-US" dirty="0">
              <a:sym typeface="+mn-lt"/>
            </a:endParaRPr>
          </a:p>
        </p:txBody>
      </p:sp>
      <p:sp>
        <p:nvSpPr>
          <p:cNvPr id="20" name="文本占位符 9">
            <a:extLst>
              <a:ext uri="{FF2B5EF4-FFF2-40B4-BE49-F238E27FC236}">
                <a16:creationId xmlns:a16="http://schemas.microsoft.com/office/drawing/2014/main" id="{AC015582-7456-4D4B-B245-7E73844F033F}"/>
              </a:ext>
            </a:extLst>
          </p:cNvPr>
          <p:cNvSpPr txBox="1">
            <a:spLocks/>
          </p:cNvSpPr>
          <p:nvPr/>
        </p:nvSpPr>
        <p:spPr>
          <a:xfrm>
            <a:off x="9386529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defRPr/>
            </a:pPr>
            <a:r>
              <a:rPr lang="zh-CN" altLang="zh-CN" dirty="0"/>
              <a:t>负责项目交付物的集成、软件性能分析、技术文档撰写以及汇报</a:t>
            </a:r>
            <a:r>
              <a:rPr lang="en-US" altLang="zh-CN" dirty="0"/>
              <a:t> PPT </a:t>
            </a:r>
            <a:r>
              <a:rPr lang="zh-CN" altLang="zh-CN" dirty="0"/>
              <a:t>制作。</a:t>
            </a:r>
            <a:endParaRPr lang="zh-CN" altLang="en-US" spc="15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  <a:sym typeface="+mn-lt"/>
            </a:endParaRPr>
          </a:p>
        </p:txBody>
      </p:sp>
      <p:sp>
        <p:nvSpPr>
          <p:cNvPr id="21" name="文本占位符 10">
            <a:extLst>
              <a:ext uri="{FF2B5EF4-FFF2-40B4-BE49-F238E27FC236}">
                <a16:creationId xmlns:a16="http://schemas.microsoft.com/office/drawing/2014/main" id="{6FCDBC14-C32C-49B8-9F32-60C2E7AFE885}"/>
              </a:ext>
            </a:extLst>
          </p:cNvPr>
          <p:cNvSpPr txBox="1">
            <a:spLocks/>
          </p:cNvSpPr>
          <p:nvPr/>
        </p:nvSpPr>
        <p:spPr>
          <a:xfrm>
            <a:off x="9386528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张寒宇</a:t>
            </a:r>
            <a:endParaRPr lang="zh-CN" altLang="en-US" dirty="0">
              <a:sym typeface="+mn-lt"/>
            </a:endParaRPr>
          </a:p>
        </p:txBody>
      </p:sp>
      <p:sp>
        <p:nvSpPr>
          <p:cNvPr id="22" name="zoom-tool_72585">
            <a:extLst>
              <a:ext uri="{FF2B5EF4-FFF2-40B4-BE49-F238E27FC236}">
                <a16:creationId xmlns:a16="http://schemas.microsoft.com/office/drawing/2014/main" id="{18530CE3-ABEC-4160-B0A1-F2929AF18D92}"/>
              </a:ext>
            </a:extLst>
          </p:cNvPr>
          <p:cNvSpPr>
            <a:spLocks noChangeAspect="1"/>
          </p:cNvSpPr>
          <p:nvPr/>
        </p:nvSpPr>
        <p:spPr bwMode="auto">
          <a:xfrm>
            <a:off x="1538395" y="1695254"/>
            <a:ext cx="609685" cy="588572"/>
          </a:xfrm>
          <a:custGeom>
            <a:avLst/>
            <a:gdLst>
              <a:gd name="T0" fmla="*/ 8270 w 8441"/>
              <a:gd name="T1" fmla="*/ 6791 h 8160"/>
              <a:gd name="T2" fmla="*/ 5734 w 8441"/>
              <a:gd name="T3" fmla="*/ 4255 h 8160"/>
              <a:gd name="T4" fmla="*/ 5225 w 8441"/>
              <a:gd name="T5" fmla="*/ 848 h 8160"/>
              <a:gd name="T6" fmla="*/ 3177 w 8441"/>
              <a:gd name="T7" fmla="*/ 0 h 8160"/>
              <a:gd name="T8" fmla="*/ 1130 w 8441"/>
              <a:gd name="T9" fmla="*/ 848 h 8160"/>
              <a:gd name="T10" fmla="*/ 1130 w 8441"/>
              <a:gd name="T11" fmla="*/ 4944 h 8160"/>
              <a:gd name="T12" fmla="*/ 3177 w 8441"/>
              <a:gd name="T13" fmla="*/ 5792 h 8160"/>
              <a:gd name="T14" fmla="*/ 4538 w 8441"/>
              <a:gd name="T15" fmla="*/ 5454 h 8160"/>
              <a:gd name="T16" fmla="*/ 7072 w 8441"/>
              <a:gd name="T17" fmla="*/ 7988 h 8160"/>
              <a:gd name="T18" fmla="*/ 7486 w 8441"/>
              <a:gd name="T19" fmla="*/ 8160 h 8160"/>
              <a:gd name="T20" fmla="*/ 7901 w 8441"/>
              <a:gd name="T21" fmla="*/ 7988 h 8160"/>
              <a:gd name="T22" fmla="*/ 8270 w 8441"/>
              <a:gd name="T23" fmla="*/ 7620 h 8160"/>
              <a:gd name="T24" fmla="*/ 8441 w 8441"/>
              <a:gd name="T25" fmla="*/ 7205 h 8160"/>
              <a:gd name="T26" fmla="*/ 8270 w 8441"/>
              <a:gd name="T27" fmla="*/ 6791 h 8160"/>
              <a:gd name="T28" fmla="*/ 1793 w 8441"/>
              <a:gd name="T29" fmla="*/ 4281 h 8160"/>
              <a:gd name="T30" fmla="*/ 1793 w 8441"/>
              <a:gd name="T31" fmla="*/ 1511 h 8160"/>
              <a:gd name="T32" fmla="*/ 3177 w 8441"/>
              <a:gd name="T33" fmla="*/ 938 h 8160"/>
              <a:gd name="T34" fmla="*/ 4562 w 8441"/>
              <a:gd name="T35" fmla="*/ 1511 h 8160"/>
              <a:gd name="T36" fmla="*/ 4562 w 8441"/>
              <a:gd name="T37" fmla="*/ 4281 h 8160"/>
              <a:gd name="T38" fmla="*/ 3177 w 8441"/>
              <a:gd name="T39" fmla="*/ 4854 h 8160"/>
              <a:gd name="T40" fmla="*/ 1793 w 8441"/>
              <a:gd name="T41" fmla="*/ 4281 h 8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441" h="8160">
                <a:moveTo>
                  <a:pt x="8270" y="6791"/>
                </a:moveTo>
                <a:lnTo>
                  <a:pt x="5734" y="4255"/>
                </a:lnTo>
                <a:cubicBezTo>
                  <a:pt x="6316" y="3161"/>
                  <a:pt x="6146" y="1769"/>
                  <a:pt x="5225" y="848"/>
                </a:cubicBezTo>
                <a:cubicBezTo>
                  <a:pt x="4678" y="301"/>
                  <a:pt x="3951" y="0"/>
                  <a:pt x="3177" y="0"/>
                </a:cubicBezTo>
                <a:cubicBezTo>
                  <a:pt x="2404" y="0"/>
                  <a:pt x="1676" y="301"/>
                  <a:pt x="1130" y="848"/>
                </a:cubicBezTo>
                <a:cubicBezTo>
                  <a:pt x="0" y="1977"/>
                  <a:pt x="0" y="3815"/>
                  <a:pt x="1130" y="4944"/>
                </a:cubicBezTo>
                <a:cubicBezTo>
                  <a:pt x="1677" y="5491"/>
                  <a:pt x="2404" y="5792"/>
                  <a:pt x="3177" y="5792"/>
                </a:cubicBezTo>
                <a:cubicBezTo>
                  <a:pt x="3660" y="5792"/>
                  <a:pt x="4124" y="5675"/>
                  <a:pt x="4538" y="5454"/>
                </a:cubicBezTo>
                <a:lnTo>
                  <a:pt x="7072" y="7988"/>
                </a:lnTo>
                <a:cubicBezTo>
                  <a:pt x="7183" y="8099"/>
                  <a:pt x="7330" y="8160"/>
                  <a:pt x="7486" y="8160"/>
                </a:cubicBezTo>
                <a:cubicBezTo>
                  <a:pt x="7643" y="8160"/>
                  <a:pt x="7790" y="8099"/>
                  <a:pt x="7901" y="7988"/>
                </a:cubicBezTo>
                <a:lnTo>
                  <a:pt x="8270" y="7620"/>
                </a:lnTo>
                <a:cubicBezTo>
                  <a:pt x="8380" y="7509"/>
                  <a:pt x="8441" y="7362"/>
                  <a:pt x="8441" y="7205"/>
                </a:cubicBezTo>
                <a:cubicBezTo>
                  <a:pt x="8441" y="7049"/>
                  <a:pt x="8380" y="6901"/>
                  <a:pt x="8270" y="6791"/>
                </a:cubicBezTo>
                <a:close/>
                <a:moveTo>
                  <a:pt x="1793" y="4281"/>
                </a:moveTo>
                <a:cubicBezTo>
                  <a:pt x="1029" y="3517"/>
                  <a:pt x="1029" y="2275"/>
                  <a:pt x="1793" y="1511"/>
                </a:cubicBezTo>
                <a:cubicBezTo>
                  <a:pt x="2163" y="1142"/>
                  <a:pt x="2654" y="938"/>
                  <a:pt x="3177" y="938"/>
                </a:cubicBezTo>
                <a:cubicBezTo>
                  <a:pt x="3700" y="938"/>
                  <a:pt x="4192" y="1142"/>
                  <a:pt x="4562" y="1511"/>
                </a:cubicBezTo>
                <a:cubicBezTo>
                  <a:pt x="5325" y="2275"/>
                  <a:pt x="5325" y="3517"/>
                  <a:pt x="4562" y="4281"/>
                </a:cubicBezTo>
                <a:cubicBezTo>
                  <a:pt x="4192" y="4650"/>
                  <a:pt x="3700" y="4854"/>
                  <a:pt x="3177" y="4854"/>
                </a:cubicBezTo>
                <a:cubicBezTo>
                  <a:pt x="2654" y="4854"/>
                  <a:pt x="2163" y="4650"/>
                  <a:pt x="1793" y="42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微软雅黑 Light"/>
              <a:sym typeface="+mn-lt"/>
            </a:endParaRPr>
          </a:p>
        </p:txBody>
      </p:sp>
      <p:sp>
        <p:nvSpPr>
          <p:cNvPr id="23" name="book_118158">
            <a:extLst>
              <a:ext uri="{FF2B5EF4-FFF2-40B4-BE49-F238E27FC236}">
                <a16:creationId xmlns:a16="http://schemas.microsoft.com/office/drawing/2014/main" id="{0F6050CC-0770-4808-814C-025EB4F84C80}"/>
              </a:ext>
            </a:extLst>
          </p:cNvPr>
          <p:cNvSpPr>
            <a:spLocks noChangeAspect="1"/>
          </p:cNvSpPr>
          <p:nvPr/>
        </p:nvSpPr>
        <p:spPr bwMode="auto">
          <a:xfrm>
            <a:off x="4373569" y="1670425"/>
            <a:ext cx="609685" cy="605125"/>
          </a:xfrm>
          <a:custGeom>
            <a:avLst/>
            <a:gdLst>
              <a:gd name="T0" fmla="*/ 6533 w 6572"/>
              <a:gd name="T1" fmla="*/ 494 h 6533"/>
              <a:gd name="T2" fmla="*/ 6033 w 6572"/>
              <a:gd name="T3" fmla="*/ 0 h 6533"/>
              <a:gd name="T4" fmla="*/ 500 w 6572"/>
              <a:gd name="T5" fmla="*/ 0 h 6533"/>
              <a:gd name="T6" fmla="*/ 0 w 6572"/>
              <a:gd name="T7" fmla="*/ 494 h 6533"/>
              <a:gd name="T8" fmla="*/ 0 w 6572"/>
              <a:gd name="T9" fmla="*/ 5432 h 6533"/>
              <a:gd name="T10" fmla="*/ 1504 w 6572"/>
              <a:gd name="T11" fmla="*/ 6533 h 6533"/>
              <a:gd name="T12" fmla="*/ 6260 w 6572"/>
              <a:gd name="T13" fmla="*/ 6533 h 6533"/>
              <a:gd name="T14" fmla="*/ 6260 w 6572"/>
              <a:gd name="T15" fmla="*/ 6533 h 6533"/>
              <a:gd name="T16" fmla="*/ 6484 w 6572"/>
              <a:gd name="T17" fmla="*/ 6106 h 6533"/>
              <a:gd name="T18" fmla="*/ 6482 w 6572"/>
              <a:gd name="T19" fmla="*/ 6105 h 6533"/>
              <a:gd name="T20" fmla="*/ 6484 w 6572"/>
              <a:gd name="T21" fmla="*/ 4692 h 6533"/>
              <a:gd name="T22" fmla="*/ 6533 w 6572"/>
              <a:gd name="T23" fmla="*/ 4536 h 6533"/>
              <a:gd name="T24" fmla="*/ 6533 w 6572"/>
              <a:gd name="T25" fmla="*/ 494 h 6533"/>
              <a:gd name="T26" fmla="*/ 544 w 6572"/>
              <a:gd name="T27" fmla="*/ 544 h 6533"/>
              <a:gd name="T28" fmla="*/ 5988 w 6572"/>
              <a:gd name="T29" fmla="*/ 544 h 6533"/>
              <a:gd name="T30" fmla="*/ 5988 w 6572"/>
              <a:gd name="T31" fmla="*/ 4262 h 6533"/>
              <a:gd name="T32" fmla="*/ 1504 w 6572"/>
              <a:gd name="T33" fmla="*/ 4262 h 6533"/>
              <a:gd name="T34" fmla="*/ 544 w 6572"/>
              <a:gd name="T35" fmla="*/ 4517 h 6533"/>
              <a:gd name="T36" fmla="*/ 544 w 6572"/>
              <a:gd name="T37" fmla="*/ 544 h 6533"/>
              <a:gd name="T38" fmla="*/ 544 w 6572"/>
              <a:gd name="T39" fmla="*/ 5398 h 6533"/>
              <a:gd name="T40" fmla="*/ 1504 w 6572"/>
              <a:gd name="T41" fmla="*/ 4808 h 6533"/>
              <a:gd name="T42" fmla="*/ 5826 w 6572"/>
              <a:gd name="T43" fmla="*/ 4808 h 6533"/>
              <a:gd name="T44" fmla="*/ 5813 w 6572"/>
              <a:gd name="T45" fmla="*/ 5989 h 6533"/>
              <a:gd name="T46" fmla="*/ 1504 w 6572"/>
              <a:gd name="T47" fmla="*/ 5989 h 6533"/>
              <a:gd name="T48" fmla="*/ 544 w 6572"/>
              <a:gd name="T49" fmla="*/ 5398 h 6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72" h="6533">
                <a:moveTo>
                  <a:pt x="6533" y="494"/>
                </a:moveTo>
                <a:cubicBezTo>
                  <a:pt x="6533" y="221"/>
                  <a:pt x="6309" y="0"/>
                  <a:pt x="6033" y="0"/>
                </a:cubicBezTo>
                <a:lnTo>
                  <a:pt x="500" y="0"/>
                </a:lnTo>
                <a:cubicBezTo>
                  <a:pt x="224" y="0"/>
                  <a:pt x="0" y="221"/>
                  <a:pt x="0" y="494"/>
                </a:cubicBezTo>
                <a:lnTo>
                  <a:pt x="0" y="5432"/>
                </a:lnTo>
                <a:cubicBezTo>
                  <a:pt x="0" y="5938"/>
                  <a:pt x="564" y="6533"/>
                  <a:pt x="1504" y="6533"/>
                </a:cubicBezTo>
                <a:lnTo>
                  <a:pt x="6260" y="6533"/>
                </a:lnTo>
                <a:lnTo>
                  <a:pt x="6260" y="6533"/>
                </a:lnTo>
                <a:cubicBezTo>
                  <a:pt x="6572" y="6508"/>
                  <a:pt x="6569" y="6213"/>
                  <a:pt x="6484" y="6106"/>
                </a:cubicBezTo>
                <a:cubicBezTo>
                  <a:pt x="6484" y="6106"/>
                  <a:pt x="6484" y="6105"/>
                  <a:pt x="6482" y="6105"/>
                </a:cubicBezTo>
                <a:cubicBezTo>
                  <a:pt x="5997" y="5416"/>
                  <a:pt x="6462" y="4722"/>
                  <a:pt x="6484" y="4692"/>
                </a:cubicBezTo>
                <a:cubicBezTo>
                  <a:pt x="6484" y="4692"/>
                  <a:pt x="6532" y="4629"/>
                  <a:pt x="6533" y="4536"/>
                </a:cubicBezTo>
                <a:lnTo>
                  <a:pt x="6533" y="494"/>
                </a:lnTo>
                <a:close/>
                <a:moveTo>
                  <a:pt x="544" y="544"/>
                </a:moveTo>
                <a:lnTo>
                  <a:pt x="5988" y="544"/>
                </a:lnTo>
                <a:lnTo>
                  <a:pt x="5988" y="4262"/>
                </a:lnTo>
                <a:lnTo>
                  <a:pt x="1504" y="4262"/>
                </a:lnTo>
                <a:cubicBezTo>
                  <a:pt x="1136" y="4262"/>
                  <a:pt x="802" y="4357"/>
                  <a:pt x="544" y="4517"/>
                </a:cubicBezTo>
                <a:lnTo>
                  <a:pt x="544" y="544"/>
                </a:lnTo>
                <a:close/>
                <a:moveTo>
                  <a:pt x="544" y="5398"/>
                </a:moveTo>
                <a:cubicBezTo>
                  <a:pt x="544" y="5078"/>
                  <a:pt x="984" y="4808"/>
                  <a:pt x="1504" y="4808"/>
                </a:cubicBezTo>
                <a:lnTo>
                  <a:pt x="5826" y="4808"/>
                </a:lnTo>
                <a:cubicBezTo>
                  <a:pt x="5721" y="5106"/>
                  <a:pt x="5648" y="5530"/>
                  <a:pt x="5813" y="5989"/>
                </a:cubicBezTo>
                <a:lnTo>
                  <a:pt x="1504" y="5989"/>
                </a:lnTo>
                <a:cubicBezTo>
                  <a:pt x="984" y="5989"/>
                  <a:pt x="544" y="5718"/>
                  <a:pt x="544" y="53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4" name="test-tube-with-drop_15035">
            <a:extLst>
              <a:ext uri="{FF2B5EF4-FFF2-40B4-BE49-F238E27FC236}">
                <a16:creationId xmlns:a16="http://schemas.microsoft.com/office/drawing/2014/main" id="{ACD43230-FABB-424C-86D7-C21B26CAEEAE}"/>
              </a:ext>
            </a:extLst>
          </p:cNvPr>
          <p:cNvSpPr>
            <a:spLocks noChangeAspect="1"/>
          </p:cNvSpPr>
          <p:nvPr/>
        </p:nvSpPr>
        <p:spPr bwMode="auto">
          <a:xfrm>
            <a:off x="7269703" y="1675096"/>
            <a:ext cx="609685" cy="608730"/>
          </a:xfrm>
          <a:custGeom>
            <a:avLst/>
            <a:gdLst>
              <a:gd name="connsiteX0" fmla="*/ 373273 h 605239"/>
              <a:gd name="connsiteY0" fmla="*/ 373273 h 605239"/>
              <a:gd name="connsiteX1" fmla="*/ 373273 h 605239"/>
              <a:gd name="connsiteY1" fmla="*/ 373273 h 605239"/>
              <a:gd name="connsiteX2" fmla="*/ 373273 h 605239"/>
              <a:gd name="connsiteY2" fmla="*/ 373273 h 605239"/>
              <a:gd name="connsiteX3" fmla="*/ 373273 h 605239"/>
              <a:gd name="connsiteY3" fmla="*/ 373273 h 605239"/>
              <a:gd name="connsiteX4" fmla="*/ 373273 h 605239"/>
              <a:gd name="connsiteY4" fmla="*/ 373273 h 605239"/>
              <a:gd name="connsiteX5" fmla="*/ 373273 h 605239"/>
              <a:gd name="connsiteY5" fmla="*/ 373273 h 605239"/>
              <a:gd name="connsiteX6" fmla="*/ 373273 h 605239"/>
              <a:gd name="connsiteY6" fmla="*/ 373273 h 605239"/>
              <a:gd name="connsiteX7" fmla="*/ 373273 h 605239"/>
              <a:gd name="connsiteY7" fmla="*/ 373273 h 605239"/>
              <a:gd name="connsiteX8" fmla="*/ 373273 h 605239"/>
              <a:gd name="connsiteY8" fmla="*/ 373273 h 605239"/>
              <a:gd name="connsiteX9" fmla="*/ 373273 h 605239"/>
              <a:gd name="connsiteY9" fmla="*/ 373273 h 605239"/>
              <a:gd name="connsiteX10" fmla="*/ 373273 h 605239"/>
              <a:gd name="connsiteY10" fmla="*/ 373273 h 605239"/>
              <a:gd name="connsiteX11" fmla="*/ 373273 h 605239"/>
              <a:gd name="connsiteY11" fmla="*/ 373273 h 605239"/>
              <a:gd name="connsiteX12" fmla="*/ 373273 h 605239"/>
              <a:gd name="connsiteY12" fmla="*/ 373273 h 605239"/>
              <a:gd name="connsiteX13" fmla="*/ 373273 h 605239"/>
              <a:gd name="connsiteY13" fmla="*/ 373273 h 605239"/>
              <a:gd name="connsiteX14" fmla="*/ 373273 h 605239"/>
              <a:gd name="connsiteY14" fmla="*/ 373273 h 605239"/>
              <a:gd name="connsiteX15" fmla="*/ 373273 h 605239"/>
              <a:gd name="connsiteY15" fmla="*/ 373273 h 605239"/>
              <a:gd name="connsiteX16" fmla="*/ 373273 h 605239"/>
              <a:gd name="connsiteY16" fmla="*/ 373273 h 605239"/>
              <a:gd name="connsiteX17" fmla="*/ 373273 h 605239"/>
              <a:gd name="connsiteY17" fmla="*/ 373273 h 605239"/>
              <a:gd name="connsiteX18" fmla="*/ 373273 h 605239"/>
              <a:gd name="connsiteY18" fmla="*/ 373273 h 605239"/>
              <a:gd name="connsiteX19" fmla="*/ 373273 h 605239"/>
              <a:gd name="connsiteY19" fmla="*/ 373273 h 605239"/>
              <a:gd name="connsiteX20" fmla="*/ 373273 h 605239"/>
              <a:gd name="connsiteY20" fmla="*/ 373273 h 605239"/>
              <a:gd name="connsiteX21" fmla="*/ 373273 h 605239"/>
              <a:gd name="connsiteY21" fmla="*/ 373273 h 605239"/>
              <a:gd name="connsiteX22" fmla="*/ 373273 h 605239"/>
              <a:gd name="connsiteY22" fmla="*/ 373273 h 605239"/>
              <a:gd name="connsiteX23" fmla="*/ 373273 h 605239"/>
              <a:gd name="connsiteY23" fmla="*/ 373273 h 605239"/>
              <a:gd name="connsiteX24" fmla="*/ 373273 h 605239"/>
              <a:gd name="connsiteY24" fmla="*/ 373273 h 605239"/>
              <a:gd name="connsiteX25" fmla="*/ 373273 h 605239"/>
              <a:gd name="connsiteY25" fmla="*/ 373273 h 605239"/>
              <a:gd name="connsiteX26" fmla="*/ 373273 h 605239"/>
              <a:gd name="connsiteY26" fmla="*/ 373273 h 605239"/>
              <a:gd name="connsiteX27" fmla="*/ 373273 h 605239"/>
              <a:gd name="connsiteY27" fmla="*/ 373273 h 605239"/>
              <a:gd name="connsiteX28" fmla="*/ 373273 h 605239"/>
              <a:gd name="connsiteY28" fmla="*/ 373273 h 605239"/>
              <a:gd name="connsiteX29" fmla="*/ 373273 h 605239"/>
              <a:gd name="connsiteY29" fmla="*/ 373273 h 605239"/>
              <a:gd name="connsiteX30" fmla="*/ 373273 h 605239"/>
              <a:gd name="connsiteY30" fmla="*/ 373273 h 605239"/>
              <a:gd name="connsiteX31" fmla="*/ 373273 h 605239"/>
              <a:gd name="connsiteY31" fmla="*/ 373273 h 605239"/>
              <a:gd name="connsiteX32" fmla="*/ 373273 h 605239"/>
              <a:gd name="connsiteY32" fmla="*/ 373273 h 605239"/>
              <a:gd name="connsiteX33" fmla="*/ 373273 h 605239"/>
              <a:gd name="connsiteY33" fmla="*/ 373273 h 605239"/>
              <a:gd name="connsiteX34" fmla="*/ 373273 h 605239"/>
              <a:gd name="connsiteY34" fmla="*/ 373273 h 605239"/>
              <a:gd name="connsiteX35" fmla="*/ 373273 h 605239"/>
              <a:gd name="connsiteY35" fmla="*/ 373273 h 605239"/>
              <a:gd name="connsiteX36" fmla="*/ 373273 h 605239"/>
              <a:gd name="connsiteY36" fmla="*/ 373273 h 605239"/>
              <a:gd name="connsiteX37" fmla="*/ 373273 h 605239"/>
              <a:gd name="connsiteY37" fmla="*/ 373273 h 605239"/>
              <a:gd name="connsiteX38" fmla="*/ 373273 h 605239"/>
              <a:gd name="connsiteY38" fmla="*/ 373273 h 605239"/>
              <a:gd name="connsiteX39" fmla="*/ 373273 h 605239"/>
              <a:gd name="connsiteY39" fmla="*/ 373273 h 605239"/>
              <a:gd name="connsiteX40" fmla="*/ 373273 h 605239"/>
              <a:gd name="connsiteY40" fmla="*/ 373273 h 605239"/>
              <a:gd name="connsiteX41" fmla="*/ 373273 h 605239"/>
              <a:gd name="connsiteY41" fmla="*/ 373273 h 605239"/>
              <a:gd name="connsiteX42" fmla="*/ 373273 h 605239"/>
              <a:gd name="connsiteY42" fmla="*/ 373273 h 605239"/>
              <a:gd name="connsiteX43" fmla="*/ 373273 h 605239"/>
              <a:gd name="connsiteY43" fmla="*/ 373273 h 605239"/>
              <a:gd name="connsiteX44" fmla="*/ 373273 h 605239"/>
              <a:gd name="connsiteY44" fmla="*/ 373273 h 605239"/>
              <a:gd name="connsiteX45" fmla="*/ 373273 h 605239"/>
              <a:gd name="connsiteY45" fmla="*/ 373273 h 605239"/>
              <a:gd name="connsiteX46" fmla="*/ 373273 h 605239"/>
              <a:gd name="connsiteY46" fmla="*/ 373273 h 605239"/>
              <a:gd name="connsiteX47" fmla="*/ 373273 h 605239"/>
              <a:gd name="connsiteY47" fmla="*/ 373273 h 605239"/>
              <a:gd name="connsiteX48" fmla="*/ 373273 h 605239"/>
              <a:gd name="connsiteY48" fmla="*/ 373273 h 605239"/>
              <a:gd name="connsiteX49" fmla="*/ 373273 h 605239"/>
              <a:gd name="connsiteY49" fmla="*/ 373273 h 605239"/>
              <a:gd name="connsiteX50" fmla="*/ 373273 h 605239"/>
              <a:gd name="connsiteY50" fmla="*/ 373273 h 605239"/>
              <a:gd name="connsiteX51" fmla="*/ 373273 h 605239"/>
              <a:gd name="connsiteY51" fmla="*/ 373273 h 605239"/>
              <a:gd name="connsiteX52" fmla="*/ 373273 h 605239"/>
              <a:gd name="connsiteY52" fmla="*/ 373273 h 605239"/>
              <a:gd name="connsiteX53" fmla="*/ 373273 h 605239"/>
              <a:gd name="connsiteY53" fmla="*/ 373273 h 605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07712" h="606761">
                <a:moveTo>
                  <a:pt x="519524" y="447538"/>
                </a:moveTo>
                <a:cubicBezTo>
                  <a:pt x="500548" y="476363"/>
                  <a:pt x="483848" y="507465"/>
                  <a:pt x="483848" y="518843"/>
                </a:cubicBezTo>
                <a:cubicBezTo>
                  <a:pt x="483848" y="537807"/>
                  <a:pt x="499788" y="553737"/>
                  <a:pt x="519524" y="553737"/>
                </a:cubicBezTo>
                <a:cubicBezTo>
                  <a:pt x="539260" y="553737"/>
                  <a:pt x="555200" y="537807"/>
                  <a:pt x="555200" y="518843"/>
                </a:cubicBezTo>
                <a:cubicBezTo>
                  <a:pt x="555200" y="507465"/>
                  <a:pt x="538501" y="476363"/>
                  <a:pt x="519524" y="447538"/>
                </a:cubicBezTo>
                <a:close/>
                <a:moveTo>
                  <a:pt x="519429" y="392353"/>
                </a:moveTo>
                <a:cubicBezTo>
                  <a:pt x="525596" y="392353"/>
                  <a:pt x="531669" y="394818"/>
                  <a:pt x="535464" y="399749"/>
                </a:cubicBezTo>
                <a:cubicBezTo>
                  <a:pt x="549886" y="418713"/>
                  <a:pt x="595430" y="483949"/>
                  <a:pt x="595430" y="518843"/>
                </a:cubicBezTo>
                <a:cubicBezTo>
                  <a:pt x="595430" y="560564"/>
                  <a:pt x="561272" y="594699"/>
                  <a:pt x="519524" y="594699"/>
                </a:cubicBezTo>
                <a:cubicBezTo>
                  <a:pt x="477776" y="594699"/>
                  <a:pt x="443618" y="560564"/>
                  <a:pt x="443618" y="518843"/>
                </a:cubicBezTo>
                <a:cubicBezTo>
                  <a:pt x="443618" y="483949"/>
                  <a:pt x="489162" y="418713"/>
                  <a:pt x="502825" y="399749"/>
                </a:cubicBezTo>
                <a:cubicBezTo>
                  <a:pt x="507000" y="394818"/>
                  <a:pt x="513262" y="392353"/>
                  <a:pt x="519429" y="392353"/>
                </a:cubicBezTo>
                <a:close/>
                <a:moveTo>
                  <a:pt x="205094" y="323858"/>
                </a:moveTo>
                <a:lnTo>
                  <a:pt x="56971" y="471757"/>
                </a:lnTo>
                <a:cubicBezTo>
                  <a:pt x="46336" y="482375"/>
                  <a:pt x="40259" y="496027"/>
                  <a:pt x="40259" y="511196"/>
                </a:cubicBezTo>
                <a:cubicBezTo>
                  <a:pt x="40259" y="525607"/>
                  <a:pt x="46336" y="540018"/>
                  <a:pt x="56971" y="549877"/>
                </a:cubicBezTo>
                <a:cubicBezTo>
                  <a:pt x="67605" y="560496"/>
                  <a:pt x="81278" y="566563"/>
                  <a:pt x="96470" y="566563"/>
                </a:cubicBezTo>
                <a:cubicBezTo>
                  <a:pt x="110903" y="566563"/>
                  <a:pt x="125335" y="560496"/>
                  <a:pt x="135970" y="549877"/>
                </a:cubicBezTo>
                <a:lnTo>
                  <a:pt x="362333" y="323858"/>
                </a:lnTo>
                <a:close/>
                <a:moveTo>
                  <a:pt x="374487" y="40198"/>
                </a:moveTo>
                <a:lnTo>
                  <a:pt x="322074" y="92531"/>
                </a:lnTo>
                <a:cubicBezTo>
                  <a:pt x="322074" y="92531"/>
                  <a:pt x="322833" y="94048"/>
                  <a:pt x="324353" y="96323"/>
                </a:cubicBezTo>
                <a:lnTo>
                  <a:pt x="364612" y="135763"/>
                </a:lnTo>
                <a:cubicBezTo>
                  <a:pt x="372208" y="144105"/>
                  <a:pt x="372208" y="156999"/>
                  <a:pt x="364612" y="164584"/>
                </a:cubicBezTo>
                <a:lnTo>
                  <a:pt x="245353" y="282902"/>
                </a:lnTo>
                <a:lnTo>
                  <a:pt x="403352" y="282902"/>
                </a:lnTo>
                <a:lnTo>
                  <a:pt x="442851" y="243463"/>
                </a:lnTo>
                <a:cubicBezTo>
                  <a:pt x="451207" y="235120"/>
                  <a:pt x="464120" y="235120"/>
                  <a:pt x="471717" y="243463"/>
                </a:cubicBezTo>
                <a:lnTo>
                  <a:pt x="511976" y="282902"/>
                </a:lnTo>
                <a:cubicBezTo>
                  <a:pt x="513495" y="284419"/>
                  <a:pt x="515014" y="285177"/>
                  <a:pt x="515774" y="285177"/>
                </a:cubicBezTo>
                <a:lnTo>
                  <a:pt x="567427" y="233603"/>
                </a:lnTo>
                <a:cubicBezTo>
                  <a:pt x="567427" y="232844"/>
                  <a:pt x="567427" y="231327"/>
                  <a:pt x="565908" y="229810"/>
                </a:cubicBezTo>
                <a:lnTo>
                  <a:pt x="378285" y="42473"/>
                </a:lnTo>
                <a:cubicBezTo>
                  <a:pt x="376766" y="40956"/>
                  <a:pt x="375246" y="40198"/>
                  <a:pt x="374487" y="40198"/>
                </a:cubicBezTo>
                <a:close/>
                <a:moveTo>
                  <a:pt x="374487" y="0"/>
                </a:moveTo>
                <a:cubicBezTo>
                  <a:pt x="385881" y="0"/>
                  <a:pt x="398035" y="5309"/>
                  <a:pt x="406390" y="13652"/>
                </a:cubicBezTo>
                <a:lnTo>
                  <a:pt x="594013" y="200989"/>
                </a:lnTo>
                <a:cubicBezTo>
                  <a:pt x="611484" y="218434"/>
                  <a:pt x="612244" y="245738"/>
                  <a:pt x="596292" y="261665"/>
                </a:cubicBezTo>
                <a:lnTo>
                  <a:pt x="543879" y="313999"/>
                </a:lnTo>
                <a:cubicBezTo>
                  <a:pt x="537043" y="321583"/>
                  <a:pt x="526408" y="325375"/>
                  <a:pt x="515774" y="325375"/>
                </a:cubicBezTo>
                <a:cubicBezTo>
                  <a:pt x="503620" y="325375"/>
                  <a:pt x="492226" y="320825"/>
                  <a:pt x="483111" y="311723"/>
                </a:cubicBezTo>
                <a:lnTo>
                  <a:pt x="457284" y="285936"/>
                </a:lnTo>
                <a:lnTo>
                  <a:pt x="425380" y="317791"/>
                </a:lnTo>
                <a:lnTo>
                  <a:pt x="164075" y="578699"/>
                </a:lnTo>
                <a:cubicBezTo>
                  <a:pt x="145845" y="596901"/>
                  <a:pt x="122297" y="606761"/>
                  <a:pt x="96470" y="606761"/>
                </a:cubicBezTo>
                <a:cubicBezTo>
                  <a:pt x="70644" y="606761"/>
                  <a:pt x="46336" y="596901"/>
                  <a:pt x="28106" y="578699"/>
                </a:cubicBezTo>
                <a:cubicBezTo>
                  <a:pt x="9875" y="560496"/>
                  <a:pt x="0" y="536225"/>
                  <a:pt x="0" y="511196"/>
                </a:cubicBezTo>
                <a:cubicBezTo>
                  <a:pt x="0" y="485409"/>
                  <a:pt x="9875" y="461139"/>
                  <a:pt x="28106" y="442936"/>
                </a:cubicBezTo>
                <a:lnTo>
                  <a:pt x="321314" y="150173"/>
                </a:lnTo>
                <a:lnTo>
                  <a:pt x="295487" y="124386"/>
                </a:lnTo>
                <a:cubicBezTo>
                  <a:pt x="287891" y="116801"/>
                  <a:pt x="282574" y="106183"/>
                  <a:pt x="281815" y="94806"/>
                </a:cubicBezTo>
                <a:cubicBezTo>
                  <a:pt x="281055" y="83429"/>
                  <a:pt x="285613" y="72053"/>
                  <a:pt x="293209" y="63710"/>
                </a:cubicBezTo>
                <a:lnTo>
                  <a:pt x="345622" y="11377"/>
                </a:lnTo>
                <a:cubicBezTo>
                  <a:pt x="353218" y="3792"/>
                  <a:pt x="363093" y="0"/>
                  <a:pt x="3744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5" name="laptop-computer_329739">
            <a:extLst>
              <a:ext uri="{FF2B5EF4-FFF2-40B4-BE49-F238E27FC236}">
                <a16:creationId xmlns:a16="http://schemas.microsoft.com/office/drawing/2014/main" id="{A78A1FA8-4F0F-4406-9AD3-2A891FE9A142}"/>
              </a:ext>
            </a:extLst>
          </p:cNvPr>
          <p:cNvSpPr>
            <a:spLocks noChangeAspect="1"/>
          </p:cNvSpPr>
          <p:nvPr/>
        </p:nvSpPr>
        <p:spPr bwMode="auto">
          <a:xfrm>
            <a:off x="10043919" y="1694492"/>
            <a:ext cx="609685" cy="608766"/>
          </a:xfrm>
          <a:custGeom>
            <a:avLst/>
            <a:gdLst>
              <a:gd name="T0" fmla="*/ 800 w 6133"/>
              <a:gd name="T1" fmla="*/ 5333 h 6133"/>
              <a:gd name="T2" fmla="*/ 800 w 6133"/>
              <a:gd name="T3" fmla="*/ 4550 h 6133"/>
              <a:gd name="T4" fmla="*/ 2883 w 6133"/>
              <a:gd name="T5" fmla="*/ 2466 h 6133"/>
              <a:gd name="T6" fmla="*/ 3649 w 6133"/>
              <a:gd name="T7" fmla="*/ 3232 h 6133"/>
              <a:gd name="T8" fmla="*/ 5732 w 6133"/>
              <a:gd name="T9" fmla="*/ 1149 h 6133"/>
              <a:gd name="T10" fmla="*/ 5732 w 6133"/>
              <a:gd name="T11" fmla="*/ 1666 h 6133"/>
              <a:gd name="T12" fmla="*/ 6132 w 6133"/>
              <a:gd name="T13" fmla="*/ 1666 h 6133"/>
              <a:gd name="T14" fmla="*/ 6132 w 6133"/>
              <a:gd name="T15" fmla="*/ 466 h 6133"/>
              <a:gd name="T16" fmla="*/ 4932 w 6133"/>
              <a:gd name="T17" fmla="*/ 467 h 6133"/>
              <a:gd name="T18" fmla="*/ 4933 w 6133"/>
              <a:gd name="T19" fmla="*/ 867 h 6133"/>
              <a:gd name="T20" fmla="*/ 5449 w 6133"/>
              <a:gd name="T21" fmla="*/ 866 h 6133"/>
              <a:gd name="T22" fmla="*/ 3649 w 6133"/>
              <a:gd name="T23" fmla="*/ 2666 h 6133"/>
              <a:gd name="T24" fmla="*/ 2883 w 6133"/>
              <a:gd name="T25" fmla="*/ 1901 h 6133"/>
              <a:gd name="T26" fmla="*/ 800 w 6133"/>
              <a:gd name="T27" fmla="*/ 3984 h 6133"/>
              <a:gd name="T28" fmla="*/ 800 w 6133"/>
              <a:gd name="T29" fmla="*/ 0 h 6133"/>
              <a:gd name="T30" fmla="*/ 0 w 6133"/>
              <a:gd name="T31" fmla="*/ 0 h 6133"/>
              <a:gd name="T32" fmla="*/ 0 w 6133"/>
              <a:gd name="T33" fmla="*/ 400 h 6133"/>
              <a:gd name="T34" fmla="*/ 400 w 6133"/>
              <a:gd name="T35" fmla="*/ 400 h 6133"/>
              <a:gd name="T36" fmla="*/ 400 w 6133"/>
              <a:gd name="T37" fmla="*/ 1067 h 6133"/>
              <a:gd name="T38" fmla="*/ 0 w 6133"/>
              <a:gd name="T39" fmla="*/ 1067 h 6133"/>
              <a:gd name="T40" fmla="*/ 0 w 6133"/>
              <a:gd name="T41" fmla="*/ 1467 h 6133"/>
              <a:gd name="T42" fmla="*/ 400 w 6133"/>
              <a:gd name="T43" fmla="*/ 1467 h 6133"/>
              <a:gd name="T44" fmla="*/ 400 w 6133"/>
              <a:gd name="T45" fmla="*/ 2133 h 6133"/>
              <a:gd name="T46" fmla="*/ 0 w 6133"/>
              <a:gd name="T47" fmla="*/ 2133 h 6133"/>
              <a:gd name="T48" fmla="*/ 0 w 6133"/>
              <a:gd name="T49" fmla="*/ 2533 h 6133"/>
              <a:gd name="T50" fmla="*/ 400 w 6133"/>
              <a:gd name="T51" fmla="*/ 2533 h 6133"/>
              <a:gd name="T52" fmla="*/ 400 w 6133"/>
              <a:gd name="T53" fmla="*/ 3200 h 6133"/>
              <a:gd name="T54" fmla="*/ 0 w 6133"/>
              <a:gd name="T55" fmla="*/ 3200 h 6133"/>
              <a:gd name="T56" fmla="*/ 0 w 6133"/>
              <a:gd name="T57" fmla="*/ 3600 h 6133"/>
              <a:gd name="T58" fmla="*/ 400 w 6133"/>
              <a:gd name="T59" fmla="*/ 3600 h 6133"/>
              <a:gd name="T60" fmla="*/ 400 w 6133"/>
              <a:gd name="T61" fmla="*/ 4267 h 6133"/>
              <a:gd name="T62" fmla="*/ 0 w 6133"/>
              <a:gd name="T63" fmla="*/ 4267 h 6133"/>
              <a:gd name="T64" fmla="*/ 0 w 6133"/>
              <a:gd name="T65" fmla="*/ 4667 h 6133"/>
              <a:gd name="T66" fmla="*/ 400 w 6133"/>
              <a:gd name="T67" fmla="*/ 4667 h 6133"/>
              <a:gd name="T68" fmla="*/ 400 w 6133"/>
              <a:gd name="T69" fmla="*/ 5333 h 6133"/>
              <a:gd name="T70" fmla="*/ 0 w 6133"/>
              <a:gd name="T71" fmla="*/ 5333 h 6133"/>
              <a:gd name="T72" fmla="*/ 0 w 6133"/>
              <a:gd name="T73" fmla="*/ 5733 h 6133"/>
              <a:gd name="T74" fmla="*/ 400 w 6133"/>
              <a:gd name="T75" fmla="*/ 5733 h 6133"/>
              <a:gd name="T76" fmla="*/ 400 w 6133"/>
              <a:gd name="T77" fmla="*/ 6133 h 6133"/>
              <a:gd name="T78" fmla="*/ 800 w 6133"/>
              <a:gd name="T79" fmla="*/ 6133 h 6133"/>
              <a:gd name="T80" fmla="*/ 800 w 6133"/>
              <a:gd name="T81" fmla="*/ 5733 h 6133"/>
              <a:gd name="T82" fmla="*/ 1467 w 6133"/>
              <a:gd name="T83" fmla="*/ 5733 h 6133"/>
              <a:gd name="T84" fmla="*/ 1467 w 6133"/>
              <a:gd name="T85" fmla="*/ 6133 h 6133"/>
              <a:gd name="T86" fmla="*/ 1867 w 6133"/>
              <a:gd name="T87" fmla="*/ 6133 h 6133"/>
              <a:gd name="T88" fmla="*/ 1867 w 6133"/>
              <a:gd name="T89" fmla="*/ 5733 h 6133"/>
              <a:gd name="T90" fmla="*/ 2533 w 6133"/>
              <a:gd name="T91" fmla="*/ 5733 h 6133"/>
              <a:gd name="T92" fmla="*/ 2533 w 6133"/>
              <a:gd name="T93" fmla="*/ 6133 h 6133"/>
              <a:gd name="T94" fmla="*/ 2933 w 6133"/>
              <a:gd name="T95" fmla="*/ 6133 h 6133"/>
              <a:gd name="T96" fmla="*/ 2933 w 6133"/>
              <a:gd name="T97" fmla="*/ 5733 h 6133"/>
              <a:gd name="T98" fmla="*/ 3600 w 6133"/>
              <a:gd name="T99" fmla="*/ 5733 h 6133"/>
              <a:gd name="T100" fmla="*/ 3600 w 6133"/>
              <a:gd name="T101" fmla="*/ 6133 h 6133"/>
              <a:gd name="T102" fmla="*/ 4000 w 6133"/>
              <a:gd name="T103" fmla="*/ 6133 h 6133"/>
              <a:gd name="T104" fmla="*/ 4000 w 6133"/>
              <a:gd name="T105" fmla="*/ 5733 h 6133"/>
              <a:gd name="T106" fmla="*/ 4667 w 6133"/>
              <a:gd name="T107" fmla="*/ 5733 h 6133"/>
              <a:gd name="T108" fmla="*/ 4667 w 6133"/>
              <a:gd name="T109" fmla="*/ 6133 h 6133"/>
              <a:gd name="T110" fmla="*/ 5067 w 6133"/>
              <a:gd name="T111" fmla="*/ 6133 h 6133"/>
              <a:gd name="T112" fmla="*/ 5067 w 6133"/>
              <a:gd name="T113" fmla="*/ 5733 h 6133"/>
              <a:gd name="T114" fmla="*/ 5733 w 6133"/>
              <a:gd name="T115" fmla="*/ 5733 h 6133"/>
              <a:gd name="T116" fmla="*/ 5733 w 6133"/>
              <a:gd name="T117" fmla="*/ 6133 h 6133"/>
              <a:gd name="T118" fmla="*/ 6133 w 6133"/>
              <a:gd name="T119" fmla="*/ 6133 h 6133"/>
              <a:gd name="T120" fmla="*/ 6133 w 6133"/>
              <a:gd name="T121" fmla="*/ 5333 h 6133"/>
              <a:gd name="T122" fmla="*/ 800 w 6133"/>
              <a:gd name="T123" fmla="*/ 5333 h 6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33" h="6133">
                <a:moveTo>
                  <a:pt x="800" y="5333"/>
                </a:moveTo>
                <a:lnTo>
                  <a:pt x="800" y="4550"/>
                </a:lnTo>
                <a:lnTo>
                  <a:pt x="2883" y="2466"/>
                </a:lnTo>
                <a:lnTo>
                  <a:pt x="3649" y="3232"/>
                </a:lnTo>
                <a:lnTo>
                  <a:pt x="5732" y="1149"/>
                </a:lnTo>
                <a:lnTo>
                  <a:pt x="5732" y="1666"/>
                </a:lnTo>
                <a:lnTo>
                  <a:pt x="6132" y="1666"/>
                </a:lnTo>
                <a:lnTo>
                  <a:pt x="6132" y="466"/>
                </a:lnTo>
                <a:lnTo>
                  <a:pt x="4932" y="467"/>
                </a:lnTo>
                <a:lnTo>
                  <a:pt x="4933" y="867"/>
                </a:lnTo>
                <a:lnTo>
                  <a:pt x="5449" y="866"/>
                </a:lnTo>
                <a:lnTo>
                  <a:pt x="3649" y="2666"/>
                </a:lnTo>
                <a:lnTo>
                  <a:pt x="2883" y="1901"/>
                </a:lnTo>
                <a:lnTo>
                  <a:pt x="800" y="3984"/>
                </a:lnTo>
                <a:lnTo>
                  <a:pt x="800" y="0"/>
                </a:lnTo>
                <a:lnTo>
                  <a:pt x="0" y="0"/>
                </a:lnTo>
                <a:lnTo>
                  <a:pt x="0" y="400"/>
                </a:lnTo>
                <a:lnTo>
                  <a:pt x="400" y="400"/>
                </a:lnTo>
                <a:lnTo>
                  <a:pt x="400" y="1067"/>
                </a:lnTo>
                <a:lnTo>
                  <a:pt x="0" y="1067"/>
                </a:lnTo>
                <a:lnTo>
                  <a:pt x="0" y="1467"/>
                </a:lnTo>
                <a:lnTo>
                  <a:pt x="400" y="1467"/>
                </a:lnTo>
                <a:lnTo>
                  <a:pt x="400" y="2133"/>
                </a:lnTo>
                <a:lnTo>
                  <a:pt x="0" y="2133"/>
                </a:lnTo>
                <a:lnTo>
                  <a:pt x="0" y="2533"/>
                </a:lnTo>
                <a:lnTo>
                  <a:pt x="400" y="2533"/>
                </a:lnTo>
                <a:lnTo>
                  <a:pt x="400" y="3200"/>
                </a:lnTo>
                <a:lnTo>
                  <a:pt x="0" y="3200"/>
                </a:lnTo>
                <a:lnTo>
                  <a:pt x="0" y="3600"/>
                </a:lnTo>
                <a:lnTo>
                  <a:pt x="400" y="3600"/>
                </a:lnTo>
                <a:lnTo>
                  <a:pt x="400" y="4267"/>
                </a:lnTo>
                <a:lnTo>
                  <a:pt x="0" y="4267"/>
                </a:lnTo>
                <a:lnTo>
                  <a:pt x="0" y="4667"/>
                </a:lnTo>
                <a:lnTo>
                  <a:pt x="400" y="4667"/>
                </a:lnTo>
                <a:lnTo>
                  <a:pt x="400" y="5333"/>
                </a:lnTo>
                <a:lnTo>
                  <a:pt x="0" y="5333"/>
                </a:lnTo>
                <a:lnTo>
                  <a:pt x="0" y="5733"/>
                </a:lnTo>
                <a:lnTo>
                  <a:pt x="400" y="5733"/>
                </a:lnTo>
                <a:lnTo>
                  <a:pt x="400" y="6133"/>
                </a:lnTo>
                <a:lnTo>
                  <a:pt x="800" y="6133"/>
                </a:lnTo>
                <a:lnTo>
                  <a:pt x="800" y="5733"/>
                </a:lnTo>
                <a:lnTo>
                  <a:pt x="1467" y="5733"/>
                </a:lnTo>
                <a:lnTo>
                  <a:pt x="1467" y="6133"/>
                </a:lnTo>
                <a:lnTo>
                  <a:pt x="1867" y="6133"/>
                </a:lnTo>
                <a:lnTo>
                  <a:pt x="1867" y="5733"/>
                </a:lnTo>
                <a:lnTo>
                  <a:pt x="2533" y="5733"/>
                </a:lnTo>
                <a:lnTo>
                  <a:pt x="2533" y="6133"/>
                </a:lnTo>
                <a:lnTo>
                  <a:pt x="2933" y="6133"/>
                </a:lnTo>
                <a:lnTo>
                  <a:pt x="2933" y="5733"/>
                </a:lnTo>
                <a:lnTo>
                  <a:pt x="3600" y="5733"/>
                </a:lnTo>
                <a:lnTo>
                  <a:pt x="3600" y="6133"/>
                </a:lnTo>
                <a:lnTo>
                  <a:pt x="4000" y="6133"/>
                </a:lnTo>
                <a:lnTo>
                  <a:pt x="4000" y="5733"/>
                </a:lnTo>
                <a:lnTo>
                  <a:pt x="4667" y="5733"/>
                </a:lnTo>
                <a:lnTo>
                  <a:pt x="4667" y="6133"/>
                </a:lnTo>
                <a:lnTo>
                  <a:pt x="5067" y="6133"/>
                </a:lnTo>
                <a:lnTo>
                  <a:pt x="5067" y="5733"/>
                </a:lnTo>
                <a:lnTo>
                  <a:pt x="5733" y="5733"/>
                </a:lnTo>
                <a:lnTo>
                  <a:pt x="5733" y="6133"/>
                </a:lnTo>
                <a:lnTo>
                  <a:pt x="6133" y="6133"/>
                </a:lnTo>
                <a:lnTo>
                  <a:pt x="6133" y="5333"/>
                </a:lnTo>
                <a:lnTo>
                  <a:pt x="800" y="53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695325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圆角矩形 26"/>
          <p:cNvSpPr/>
          <p:nvPr/>
        </p:nvSpPr>
        <p:spPr>
          <a:xfrm>
            <a:off x="3530498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圆角矩形 27"/>
          <p:cNvSpPr/>
          <p:nvPr/>
        </p:nvSpPr>
        <p:spPr>
          <a:xfrm>
            <a:off x="6365671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圆角矩形 28"/>
          <p:cNvSpPr/>
          <p:nvPr/>
        </p:nvSpPr>
        <p:spPr>
          <a:xfrm>
            <a:off x="9192730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r>
              <a:rPr lang="en-US" altLang="zh-CN" sz="3600" b="1" dirty="0">
                <a:solidFill>
                  <a:schemeClr val="bg1"/>
                </a:solidFill>
              </a:rPr>
              <a:t>3</a:t>
            </a:r>
            <a:endParaRPr lang="zh-CN" altLang="en-US" sz="36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1806430"/>
      </p:ext>
    </p:extLst>
  </p:cSld>
  <p:clrMapOvr>
    <a:masterClrMapping/>
  </p:clrMapOvr>
  <p:transition spd="med">
    <p:pull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项目背景与核心难点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D1723413-CCDE-4B17-9173-53D3C4587CD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60400" y="1156920"/>
            <a:ext cx="10858500" cy="2145080"/>
          </a:xfrm>
          <a:prstGeom prst="rect">
            <a:avLst/>
          </a:prstGeom>
        </p:spPr>
      </p:pic>
      <p:sp>
        <p:nvSpPr>
          <p:cNvPr id="10" name="椭圆 9">
            <a:extLst>
              <a:ext uri="{FF2B5EF4-FFF2-40B4-BE49-F238E27FC236}">
                <a16:creationId xmlns:a16="http://schemas.microsoft.com/office/drawing/2014/main" id="{867C9606-8EE1-4C4F-BF63-D233BE9B5787}"/>
              </a:ext>
            </a:extLst>
          </p:cNvPr>
          <p:cNvSpPr/>
          <p:nvPr/>
        </p:nvSpPr>
        <p:spPr>
          <a:xfrm>
            <a:off x="2262551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01</a:t>
            </a:r>
            <a:endParaRPr lang="zh-CN" altLang="en-US" sz="2400" dirty="0"/>
          </a:p>
        </p:txBody>
      </p:sp>
      <p:sp>
        <p:nvSpPr>
          <p:cNvPr id="11" name="椭圆 10">
            <a:extLst>
              <a:ext uri="{FF2B5EF4-FFF2-40B4-BE49-F238E27FC236}">
                <a16:creationId xmlns:a16="http://schemas.microsoft.com/office/drawing/2014/main" id="{FE116D01-2166-4C72-B6D3-556DBBF12ABE}"/>
              </a:ext>
            </a:extLst>
          </p:cNvPr>
          <p:cNvSpPr/>
          <p:nvPr/>
        </p:nvSpPr>
        <p:spPr>
          <a:xfrm>
            <a:off x="5586043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02</a:t>
            </a:r>
            <a:endParaRPr lang="zh-CN" altLang="en-US" sz="2400" dirty="0"/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D949E2DD-31E5-4E72-901B-49886C11E880}"/>
              </a:ext>
            </a:extLst>
          </p:cNvPr>
          <p:cNvSpPr/>
          <p:nvPr/>
        </p:nvSpPr>
        <p:spPr>
          <a:xfrm>
            <a:off x="8909536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03</a:t>
            </a:r>
            <a:endParaRPr lang="zh-CN" altLang="en-US" sz="2400" dirty="0"/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844CD361-390E-4C70-A90B-A5837B535A16}"/>
              </a:ext>
            </a:extLst>
          </p:cNvPr>
          <p:cNvSpPr txBox="1"/>
          <p:nvPr/>
        </p:nvSpPr>
        <p:spPr>
          <a:xfrm>
            <a:off x="1341589" y="4745733"/>
            <a:ext cx="2841614" cy="7013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600" spc="300" dirty="0"/>
              <a:t>随机打乱可能无解，如何判断？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C06A6E69-6B5A-4A29-9D96-B1D7D6FF4FB7}"/>
              </a:ext>
            </a:extLst>
          </p:cNvPr>
          <p:cNvSpPr txBox="1"/>
          <p:nvPr/>
        </p:nvSpPr>
        <p:spPr>
          <a:xfrm>
            <a:off x="1450309" y="3925412"/>
            <a:ext cx="265611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解的判断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24B331F6-ED89-42E9-AC55-C4251BC73C11}"/>
              </a:ext>
            </a:extLst>
          </p:cNvPr>
          <p:cNvSpPr txBox="1"/>
          <p:nvPr/>
        </p:nvSpPr>
        <p:spPr>
          <a:xfrm>
            <a:off x="4608286" y="4670077"/>
            <a:ext cx="2841614" cy="7013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en-US" altLang="zh-CN" sz="1600" spc="3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4x4 </a:t>
            </a:r>
            <a:r>
              <a:rPr lang="zh-CN" altLang="en-US" sz="1600" spc="3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盘面状态极多，盲目搜索会引发算力崩溃。</a:t>
            </a:r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13E800C7-2CC8-495E-9890-0D149CAC73F4}"/>
              </a:ext>
            </a:extLst>
          </p:cNvPr>
          <p:cNvSpPr txBox="1"/>
          <p:nvPr/>
        </p:nvSpPr>
        <p:spPr>
          <a:xfrm>
            <a:off x="4375892" y="3936536"/>
            <a:ext cx="3427515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状态空间时间爆炸</a:t>
            </a: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8B96E1BB-2BA1-4CB1-B972-109EBCD2B32C}"/>
              </a:ext>
            </a:extLst>
          </p:cNvPr>
          <p:cNvSpPr txBox="1"/>
          <p:nvPr/>
        </p:nvSpPr>
        <p:spPr>
          <a:xfrm>
            <a:off x="8739606" y="4830121"/>
            <a:ext cx="2841614" cy="381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600" spc="3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每局耗时过长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DC5659B7-E518-44B6-A5D5-501D22727341}"/>
              </a:ext>
            </a:extLst>
          </p:cNvPr>
          <p:cNvSpPr txBox="1"/>
          <p:nvPr/>
        </p:nvSpPr>
        <p:spPr>
          <a:xfrm>
            <a:off x="7803407" y="3925412"/>
            <a:ext cx="352745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2800" b="1" spc="300" dirty="0" err="1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Dfs</a:t>
            </a: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容易重复搜索</a:t>
            </a: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A898813D-6FD5-4254-BB25-FE5D675160A1}"/>
              </a:ext>
            </a:extLst>
          </p:cNvPr>
          <p:cNvSpPr/>
          <p:nvPr/>
        </p:nvSpPr>
        <p:spPr>
          <a:xfrm>
            <a:off x="660400" y="1003300"/>
            <a:ext cx="10858500" cy="1536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6" name="直接连接符 25">
            <a:extLst>
              <a:ext uri="{FF2B5EF4-FFF2-40B4-BE49-F238E27FC236}">
                <a16:creationId xmlns:a16="http://schemas.microsoft.com/office/drawing/2014/main" id="{CC9638C1-1588-4562-BEE7-81734B79B488}"/>
              </a:ext>
            </a:extLst>
          </p:cNvPr>
          <p:cNvCxnSpPr/>
          <p:nvPr/>
        </p:nvCxnSpPr>
        <p:spPr>
          <a:xfrm>
            <a:off x="2438396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>
            <a:extLst>
              <a:ext uri="{FF2B5EF4-FFF2-40B4-BE49-F238E27FC236}">
                <a16:creationId xmlns:a16="http://schemas.microsoft.com/office/drawing/2014/main" id="{4205B57C-7F96-4316-9227-95E89F8FA4B0}"/>
              </a:ext>
            </a:extLst>
          </p:cNvPr>
          <p:cNvCxnSpPr/>
          <p:nvPr/>
        </p:nvCxnSpPr>
        <p:spPr>
          <a:xfrm>
            <a:off x="5781955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>
            <a:extLst>
              <a:ext uri="{FF2B5EF4-FFF2-40B4-BE49-F238E27FC236}">
                <a16:creationId xmlns:a16="http://schemas.microsoft.com/office/drawing/2014/main" id="{9D739535-9D3C-449C-902F-8834D746D1D6}"/>
              </a:ext>
            </a:extLst>
          </p:cNvPr>
          <p:cNvCxnSpPr/>
          <p:nvPr/>
        </p:nvCxnSpPr>
        <p:spPr>
          <a:xfrm>
            <a:off x="9111308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945364"/>
      </p:ext>
    </p:extLst>
  </p:cSld>
  <p:clrMapOvr>
    <a:masterClrMapping/>
  </p:clrMapOvr>
  <p:transition spd="med">
    <p:pull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问题一：如何判断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AF7B4A2B-F0E5-4620-A649-2EF0DCC16A14}"/>
              </a:ext>
            </a:extLst>
          </p:cNvPr>
          <p:cNvSpPr/>
          <p:nvPr/>
        </p:nvSpPr>
        <p:spPr>
          <a:xfrm>
            <a:off x="188116" y="1234466"/>
            <a:ext cx="6516436" cy="4352182"/>
          </a:xfrm>
          <a:prstGeom prst="rect">
            <a:avLst/>
          </a:prstGeom>
          <a:noFill/>
          <a:ln w="285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0F6C1D3A-8883-489A-9010-FCACBD19E490}"/>
              </a:ext>
            </a:extLst>
          </p:cNvPr>
          <p:cNvSpPr txBox="1"/>
          <p:nvPr/>
        </p:nvSpPr>
        <p:spPr>
          <a:xfrm>
            <a:off x="7156396" y="2245415"/>
            <a:ext cx="4622906" cy="10452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zh-CN" altLang="en-US" sz="1800" dirty="0"/>
              <a:t>盘面转化为一维序列，计算其“逆序数”</a:t>
            </a:r>
            <a:endParaRPr lang="en-US" altLang="zh-CN" sz="1800" dirty="0"/>
          </a:p>
          <a:p>
            <a:r>
              <a:rPr lang="zh-CN" altLang="en-US" sz="1800" dirty="0"/>
              <a:t>物理规律：方块合规滑动时，一维逆序数的奇偶性质始终守恒或通过构造守恒</a:t>
            </a:r>
            <a:endParaRPr lang="en-US" altLang="zh-CN" sz="1800" dirty="0"/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8DD9C6B7-CF61-4922-AAA6-B85AE1628331}"/>
              </a:ext>
            </a:extLst>
          </p:cNvPr>
          <p:cNvSpPr txBox="1"/>
          <p:nvPr/>
        </p:nvSpPr>
        <p:spPr>
          <a:xfrm>
            <a:off x="7114478" y="1457346"/>
            <a:ext cx="2685691" cy="560153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4000" spc="300">
                <a:solidFill>
                  <a:schemeClr val="accent1"/>
                </a:solidFill>
                <a:latin typeface="+mj-ea"/>
                <a:ea typeface="+mj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理论基础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58FD7F51-F933-4C16-AF77-363679D2D4D6}"/>
              </a:ext>
            </a:extLst>
          </p:cNvPr>
          <p:cNvSpPr txBox="1"/>
          <p:nvPr/>
        </p:nvSpPr>
        <p:spPr>
          <a:xfrm>
            <a:off x="7114478" y="4578879"/>
            <a:ext cx="4745152" cy="10452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en-US" altLang="zh-CN" sz="1800" dirty="0"/>
              <a:t>3x3 </a:t>
            </a:r>
            <a:r>
              <a:rPr lang="zh-CN" altLang="en-US" sz="1800" dirty="0"/>
              <a:t>：逆序数必为偶数。</a:t>
            </a:r>
            <a:endParaRPr lang="en-US" altLang="zh-CN" sz="1800" dirty="0"/>
          </a:p>
          <a:p>
            <a:endParaRPr lang="en-US" altLang="zh-CN" sz="1800" dirty="0"/>
          </a:p>
          <a:p>
            <a:r>
              <a:rPr lang="en-US" altLang="zh-CN" sz="1800" dirty="0"/>
              <a:t>4x4 </a:t>
            </a:r>
            <a:r>
              <a:rPr lang="zh-CN" altLang="en-US" sz="1800" dirty="0"/>
              <a:t>：逆序数</a:t>
            </a:r>
            <a:r>
              <a:rPr lang="en-US" altLang="zh-CN" sz="1800" dirty="0"/>
              <a:t>+</a:t>
            </a:r>
            <a:r>
              <a:rPr lang="zh-CN" altLang="en-US" sz="1800" dirty="0"/>
              <a:t>空格倒数行数</a:t>
            </a:r>
            <a:r>
              <a:rPr lang="en-US" altLang="zh-CN" sz="1800" dirty="0"/>
              <a:t>=</a:t>
            </a:r>
            <a:r>
              <a:rPr lang="zh-CN" altLang="en-US" sz="1800" dirty="0"/>
              <a:t>奇数。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B7738CD3-2509-4EB1-81C5-87AF35740910}"/>
              </a:ext>
            </a:extLst>
          </p:cNvPr>
          <p:cNvSpPr txBox="1"/>
          <p:nvPr/>
        </p:nvSpPr>
        <p:spPr>
          <a:xfrm>
            <a:off x="7156396" y="3738939"/>
            <a:ext cx="2685691" cy="560153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4000" spc="300">
                <a:solidFill>
                  <a:schemeClr val="accent1"/>
                </a:solidFill>
                <a:latin typeface="+mj-ea"/>
                <a:ea typeface="+mj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判定结论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E4D8629B-AF53-B13B-A277-CCB912C49D6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5263" y="1661024"/>
            <a:ext cx="6217256" cy="34990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8241728"/>
      </p:ext>
    </p:extLst>
  </p:cSld>
  <p:clrMapOvr>
    <a:masterClrMapping/>
  </p:clrMapOvr>
  <p:transition spd="med">
    <p:pull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649A35EB-9DE5-6692-6676-64AEAC5352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6159453" cy="6858000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:a16="http://schemas.microsoft.com/office/drawing/2014/main" id="{CA37852C-25CD-4C9B-8647-C23C26D85983}"/>
              </a:ext>
            </a:extLst>
          </p:cNvPr>
          <p:cNvSpPr/>
          <p:nvPr/>
        </p:nvSpPr>
        <p:spPr>
          <a:xfrm>
            <a:off x="4182834" y="832586"/>
            <a:ext cx="7338786" cy="5003800"/>
          </a:xfrm>
          <a:prstGeom prst="rect">
            <a:avLst/>
          </a:prstGeom>
          <a:solidFill>
            <a:srgbClr val="FFFFFF"/>
          </a:solidFill>
          <a:ln w="12700" cap="flat" cmpd="sng" algn="ctr">
            <a:noFill/>
            <a:prstDash val="solid"/>
            <a:miter lim="800000"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9" name="标题 1"/>
          <p:cNvSpPr txBox="1">
            <a:spLocks/>
          </p:cNvSpPr>
          <p:nvPr/>
        </p:nvSpPr>
        <p:spPr>
          <a:xfrm>
            <a:off x="4637828" y="1419979"/>
            <a:ext cx="6428799" cy="663575"/>
          </a:xfrm>
          <a:prstGeom prst="rect">
            <a:avLst/>
          </a:prstGeom>
          <a:noFill/>
        </p:spPr>
        <p:txBody>
          <a:bodyPr vert="horz" lIns="0" tIns="0" rIns="0" bIns="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 spc="300">
                <a:solidFill>
                  <a:schemeClr val="accent1"/>
                </a:solidFill>
                <a:latin typeface="+mj-lt"/>
                <a:ea typeface="微软雅黑" panose="020B0503020204020204" pitchFamily="34" charset="-122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1" i="0" u="none" strike="noStrike" kern="1200" cap="none" spc="300" normalizeH="0" baseline="0" noProof="0" dirty="0">
                <a:ln>
                  <a:noFill/>
                </a:ln>
                <a:solidFill>
                  <a:srgbClr val="006C39"/>
                </a:solidFill>
                <a:effectLst/>
                <a:uLnTx/>
                <a:uFillTx/>
                <a:latin typeface="Arial Black"/>
                <a:ea typeface="微软雅黑" panose="020B0503020204020204" pitchFamily="34" charset="-122"/>
                <a:cs typeface="+mj-cs"/>
              </a:rPr>
              <a:t>3x3 </a:t>
            </a:r>
            <a:r>
              <a:rPr kumimoji="0" lang="zh-CN" altLang="en-US" sz="4400" b="1" i="0" u="none" strike="noStrike" kern="1200" cap="none" spc="300" normalizeH="0" baseline="0" noProof="0" dirty="0">
                <a:ln>
                  <a:noFill/>
                </a:ln>
                <a:solidFill>
                  <a:srgbClr val="006C39"/>
                </a:solidFill>
                <a:effectLst/>
                <a:uLnTx/>
                <a:uFillTx/>
                <a:latin typeface="Arial Black"/>
                <a:ea typeface="微软雅黑" panose="020B0503020204020204" pitchFamily="34" charset="-122"/>
                <a:cs typeface="+mj-cs"/>
              </a:rPr>
              <a:t>求解策略</a:t>
            </a:r>
          </a:p>
        </p:txBody>
      </p:sp>
      <p:sp>
        <p:nvSpPr>
          <p:cNvPr id="10" name="文本框">
            <a:extLst>
              <a:ext uri="{FF2B5EF4-FFF2-40B4-BE49-F238E27FC236}">
                <a16:creationId xmlns:a16="http://schemas.microsoft.com/office/drawing/2014/main" id="{1DA08249-D432-4C82-8026-0891E491D811}"/>
              </a:ext>
            </a:extLst>
          </p:cNvPr>
          <p:cNvSpPr txBox="1"/>
          <p:nvPr/>
        </p:nvSpPr>
        <p:spPr>
          <a:xfrm>
            <a:off x="4637828" y="2611821"/>
            <a:ext cx="6299201" cy="196105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000" spc="300" dirty="0">
                <a:latin typeface="Arial"/>
                <a:ea typeface="微软雅黑"/>
              </a:rPr>
              <a:t>数据规模： 最大状态数仅 </a:t>
            </a:r>
            <a:r>
              <a:rPr lang="en-US" altLang="zh-CN" sz="2000" spc="300" dirty="0">
                <a:latin typeface="Arial"/>
                <a:ea typeface="微软雅黑"/>
              </a:rPr>
              <a:t>18.1 </a:t>
            </a:r>
            <a:r>
              <a:rPr lang="zh-CN" altLang="en-US" sz="2000" spc="300" dirty="0">
                <a:latin typeface="Arial"/>
                <a:ea typeface="微软雅黑"/>
              </a:rPr>
              <a:t>万种</a:t>
            </a:r>
          </a:p>
          <a:p>
            <a:pPr algn="just"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000" spc="300" dirty="0">
                <a:latin typeface="Arial"/>
                <a:ea typeface="微软雅黑"/>
              </a:rPr>
              <a:t>核心数据结构：纯手写循环队列</a:t>
            </a:r>
            <a:r>
              <a:rPr lang="en-US" altLang="zh-CN" sz="2000" spc="300" dirty="0">
                <a:latin typeface="Arial"/>
                <a:ea typeface="微软雅黑"/>
              </a:rPr>
              <a:t> + </a:t>
            </a:r>
            <a:r>
              <a:rPr lang="zh-CN" altLang="en-US" sz="2000" spc="300" dirty="0">
                <a:latin typeface="Arial"/>
                <a:ea typeface="微软雅黑"/>
              </a:rPr>
              <a:t>哈希表 </a:t>
            </a:r>
            <a:r>
              <a:rPr lang="en-US" altLang="zh-CN" sz="2000" spc="300" dirty="0">
                <a:latin typeface="Arial"/>
                <a:ea typeface="微软雅黑"/>
              </a:rPr>
              <a:t>(</a:t>
            </a:r>
            <a:r>
              <a:rPr lang="zh-CN" altLang="en-US" sz="2000" spc="300" dirty="0">
                <a:latin typeface="Arial"/>
                <a:ea typeface="微软雅黑"/>
              </a:rPr>
              <a:t>去重</a:t>
            </a:r>
            <a:r>
              <a:rPr lang="en-US" altLang="zh-CN" sz="2000" spc="300" dirty="0">
                <a:latin typeface="Arial"/>
                <a:ea typeface="微软雅黑"/>
              </a:rPr>
              <a:t>)</a:t>
            </a:r>
            <a:endParaRPr lang="zh-CN" altLang="en-US" sz="2000" spc="300" dirty="0">
              <a:latin typeface="Arial"/>
              <a:ea typeface="微软雅黑"/>
            </a:endParaRPr>
          </a:p>
          <a:p>
            <a:pPr algn="just"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000" spc="300" dirty="0">
                <a:latin typeface="Arial"/>
                <a:ea typeface="微软雅黑"/>
              </a:rPr>
              <a:t>核心算法： 广度优先搜索 </a:t>
            </a:r>
            <a:r>
              <a:rPr lang="en-US" altLang="zh-CN" sz="2000" spc="300" dirty="0">
                <a:latin typeface="Arial"/>
                <a:ea typeface="微软雅黑"/>
              </a:rPr>
              <a:t>(BFS)</a:t>
            </a:r>
            <a:r>
              <a:rPr lang="zh-CN" altLang="en-US" sz="2000" spc="300" dirty="0">
                <a:latin typeface="Arial"/>
                <a:ea typeface="微软雅黑"/>
              </a:rPr>
              <a:t>。</a:t>
            </a:r>
          </a:p>
          <a:p>
            <a:pPr algn="just"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000" spc="300" dirty="0">
                <a:latin typeface="Arial"/>
                <a:ea typeface="微软雅黑"/>
              </a:rPr>
              <a:t>循环队列：避免假溢出，高效利用一段定长内存。</a:t>
            </a:r>
          </a:p>
          <a:p>
            <a:pPr algn="just"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000" spc="300" dirty="0">
                <a:latin typeface="Arial"/>
                <a:ea typeface="微软雅黑"/>
              </a:rPr>
              <a:t>天然保证求出的解绝对是最短路径</a:t>
            </a:r>
          </a:p>
        </p:txBody>
      </p:sp>
    </p:spTree>
    <p:extLst>
      <p:ext uri="{BB962C8B-B14F-4D97-AF65-F5344CB8AC3E}">
        <p14:creationId xmlns:p14="http://schemas.microsoft.com/office/powerpoint/2010/main" val="3683861861"/>
      </p:ext>
    </p:extLst>
  </p:cSld>
  <p:clrMapOvr>
    <a:masterClrMapping/>
  </p:clrMapOvr>
  <p:transition spd="med">
    <p:pull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文本框 54">
            <a:extLst>
              <a:ext uri="{FF2B5EF4-FFF2-40B4-BE49-F238E27FC236}">
                <a16:creationId xmlns:a16="http://schemas.microsoft.com/office/drawing/2014/main" id="{CA1CEE3D-035F-4E62-BD42-714E40B67217}"/>
              </a:ext>
            </a:extLst>
          </p:cNvPr>
          <p:cNvSpPr txBox="1"/>
          <p:nvPr/>
        </p:nvSpPr>
        <p:spPr>
          <a:xfrm>
            <a:off x="3538992" y="1153742"/>
            <a:ext cx="7743474" cy="3318171"/>
          </a:xfrm>
          <a:prstGeom prst="rect">
            <a:avLst/>
          </a:prstGeom>
          <a:solidFill>
            <a:srgbClr val="FFFFFF">
              <a:lumMod val="85000"/>
              <a:alpha val="10000"/>
            </a:srgbClr>
          </a:solidFill>
          <a:ln>
            <a:solidFill>
              <a:srgbClr val="FFFFFF">
                <a:lumMod val="85000"/>
                <a:alpha val="50000"/>
              </a:srgbClr>
            </a:solidFill>
          </a:ln>
        </p:spPr>
        <p:txBody>
          <a:bodyPr wrap="square" lIns="180000" tIns="180000" rIns="180000" bIns="180000" rtlCol="0">
            <a:spAutoFit/>
          </a:bodyPr>
          <a:lstStyle/>
          <a:p>
            <a:r>
              <a:rPr lang="zh-CN" altLang="en-US" sz="1600" dirty="0"/>
              <a:t>数据规模： </a:t>
            </a:r>
            <a:r>
              <a:rPr lang="en-US" altLang="zh-CN" sz="1600" dirty="0"/>
              <a:t>10.4 </a:t>
            </a:r>
            <a:r>
              <a:rPr lang="zh-CN" altLang="en-US" sz="1600" dirty="0"/>
              <a:t>万亿种状态（必须放弃简单的 </a:t>
            </a:r>
            <a:r>
              <a:rPr lang="en-US" altLang="zh-CN" sz="1600" dirty="0"/>
              <a:t>3x3 </a:t>
            </a:r>
            <a:r>
              <a:rPr lang="zh-CN" altLang="en-US" sz="1600" dirty="0"/>
              <a:t>策略）。</a:t>
            </a:r>
          </a:p>
          <a:p>
            <a:r>
              <a:rPr lang="zh-CN" altLang="en-US" sz="1600" dirty="0"/>
              <a:t>广度优先 </a:t>
            </a:r>
            <a:r>
              <a:rPr lang="en-US" altLang="zh-CN" sz="1600" dirty="0"/>
              <a:t>(BFS) </a:t>
            </a:r>
            <a:r>
              <a:rPr lang="zh-CN" altLang="en-US" sz="1600" dirty="0"/>
              <a:t>的致命伤： 能保证最短路径，但空间复杂度呈指数级爆炸。</a:t>
            </a:r>
          </a:p>
          <a:p>
            <a:r>
              <a:rPr lang="zh-CN" altLang="en-US" sz="1600" dirty="0"/>
              <a:t>深度优先 </a:t>
            </a:r>
            <a:r>
              <a:rPr lang="en-US" altLang="zh-CN" sz="1600" dirty="0"/>
              <a:t>(DFS) </a:t>
            </a:r>
            <a:r>
              <a:rPr lang="zh-CN" altLang="en-US" sz="1600" dirty="0"/>
              <a:t>的致命伤： 极其节省内存（空间仅为 </a:t>
            </a:r>
            <a:r>
              <a:rPr lang="en-US" altLang="zh-CN" sz="1600" dirty="0"/>
              <a:t>O(d)</a:t>
            </a:r>
            <a:r>
              <a:rPr lang="zh-CN" altLang="en-US" sz="1600" dirty="0"/>
              <a:t>），但容易一条路走到黑，时间太长。</a:t>
            </a:r>
            <a:endParaRPr lang="en-US" altLang="zh-CN" sz="1600" dirty="0"/>
          </a:p>
          <a:p>
            <a:endParaRPr lang="zh-CN" altLang="en-US" sz="1600" dirty="0"/>
          </a:p>
          <a:p>
            <a:r>
              <a:rPr lang="zh-CN" altLang="en-US" sz="1600" dirty="0"/>
              <a:t>迭代加深搜索 </a:t>
            </a:r>
            <a:r>
              <a:rPr lang="en-US" altLang="zh-CN" sz="1600" dirty="0"/>
              <a:t>(IDDFS)</a:t>
            </a:r>
          </a:p>
          <a:p>
            <a:r>
              <a:rPr lang="zh-CN" altLang="en-US" sz="1600" dirty="0"/>
              <a:t>核心数据结构： 纯手写栈 </a:t>
            </a:r>
            <a:r>
              <a:rPr lang="en-US" altLang="zh-CN" sz="1600" dirty="0"/>
              <a:t>(</a:t>
            </a:r>
            <a:r>
              <a:rPr lang="en-US" altLang="zh-CN" sz="1600" dirty="0" err="1"/>
              <a:t>SeqStack</a:t>
            </a:r>
            <a:r>
              <a:rPr lang="en-US" altLang="zh-CN" sz="1600" dirty="0"/>
              <a:t>)</a:t>
            </a:r>
            <a:r>
              <a:rPr lang="zh-CN" altLang="en-US" sz="1600" dirty="0"/>
              <a:t>。</a:t>
            </a:r>
            <a:endParaRPr lang="en-US" altLang="zh-CN" sz="1600" dirty="0"/>
          </a:p>
          <a:p>
            <a:r>
              <a:rPr lang="zh-CN" altLang="en-US" sz="1600" dirty="0"/>
              <a:t>融合优势： 采用栈 </a:t>
            </a:r>
            <a:r>
              <a:rPr lang="en-US" altLang="zh-CN" sz="1600" dirty="0"/>
              <a:t>(Stack) </a:t>
            </a:r>
            <a:r>
              <a:rPr lang="zh-CN" altLang="en-US" sz="1600" dirty="0"/>
              <a:t>的低内存开销，模拟 </a:t>
            </a:r>
            <a:r>
              <a:rPr lang="en-US" altLang="zh-CN" sz="1600" dirty="0"/>
              <a:t>BFS </a:t>
            </a:r>
            <a:r>
              <a:rPr lang="zh-CN" altLang="en-US" sz="1600" dirty="0"/>
              <a:t>的按层搜索逻辑。</a:t>
            </a:r>
          </a:p>
          <a:p>
            <a:r>
              <a:rPr lang="zh-CN" altLang="en-US" sz="1600" dirty="0"/>
              <a:t>核心机制： 为深搜设定“深度阈值”，若当前深度未找到终点，则强行截断回溯，并放宽阈值重新搜索。</a:t>
            </a:r>
          </a:p>
          <a:p>
            <a:endParaRPr lang="zh-CN" altLang="en-US" sz="1600" dirty="0"/>
          </a:p>
          <a:p>
            <a:endParaRPr lang="zh-CN" altLang="en-US" sz="1600" dirty="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zh-CN" altLang="en-US" dirty="0"/>
              <a:t>问题二：状态空间和时间爆炸</a:t>
            </a:r>
          </a:p>
        </p:txBody>
      </p:sp>
      <p:sp>
        <p:nvSpPr>
          <p:cNvPr id="56" name="矩形: 圆角 55">
            <a:extLst>
              <a:ext uri="{FF2B5EF4-FFF2-40B4-BE49-F238E27FC236}">
                <a16:creationId xmlns:a16="http://schemas.microsoft.com/office/drawing/2014/main" id="{C7680011-A633-457F-B329-22FD85C47045}"/>
              </a:ext>
            </a:extLst>
          </p:cNvPr>
          <p:cNvSpPr/>
          <p:nvPr/>
        </p:nvSpPr>
        <p:spPr>
          <a:xfrm>
            <a:off x="508864" y="1013251"/>
            <a:ext cx="3032502" cy="543754"/>
          </a:xfrm>
          <a:prstGeom prst="roundRect">
            <a:avLst>
              <a:gd name="adj" fmla="val 0"/>
            </a:avLst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选择</a:t>
            </a:r>
            <a:r>
              <a:rPr kumimoji="0" lang="en-US" altLang="zh-CN" sz="2000" b="1" i="0" u="none" strike="noStrike" kern="0" cap="none" spc="0" normalizeH="0" baseline="0" noProof="0" dirty="0" err="1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ida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*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0079BA"/>
              </a:solidFill>
              <a:effectLst/>
              <a:uLnTx/>
              <a:uFillTx/>
              <a:latin typeface="微软雅黑" panose="020B0503020204020204" pitchFamily="34" charset="-122"/>
              <a:cs typeface="+mn-cs"/>
            </a:endParaRPr>
          </a:p>
        </p:txBody>
      </p: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529E9890-00B7-4A3B-8719-9AC4F5CA3BC0}"/>
              </a:ext>
            </a:extLst>
          </p:cNvPr>
          <p:cNvGrpSpPr/>
          <p:nvPr/>
        </p:nvGrpSpPr>
        <p:grpSpPr>
          <a:xfrm>
            <a:off x="11452963" y="4186123"/>
            <a:ext cx="280608" cy="155700"/>
            <a:chOff x="11787685" y="2589881"/>
            <a:chExt cx="280608" cy="155700"/>
          </a:xfrm>
        </p:grpSpPr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58AC9937-C45B-4C0C-BE8C-331626E9BCDD}"/>
                </a:ext>
              </a:extLst>
            </p:cNvPr>
            <p:cNvGrpSpPr/>
            <p:nvPr/>
          </p:nvGrpSpPr>
          <p:grpSpPr>
            <a:xfrm>
              <a:off x="1178768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65" name="直接连接符 64">
                <a:extLst>
                  <a:ext uri="{FF2B5EF4-FFF2-40B4-BE49-F238E27FC236}">
                    <a16:creationId xmlns:a16="http://schemas.microsoft.com/office/drawing/2014/main" id="{E0B28B6F-983B-4035-8FA4-FBF7A69BFA6E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66" name="直接连接符 65">
                <a:extLst>
                  <a:ext uri="{FF2B5EF4-FFF2-40B4-BE49-F238E27FC236}">
                    <a16:creationId xmlns:a16="http://schemas.microsoft.com/office/drawing/2014/main" id="{BB1A5A27-9A98-48F1-A9E7-95476C5750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015E5671-166C-4094-9811-B422880223B1}"/>
                </a:ext>
              </a:extLst>
            </p:cNvPr>
            <p:cNvGrpSpPr/>
            <p:nvPr/>
          </p:nvGrpSpPr>
          <p:grpSpPr>
            <a:xfrm>
              <a:off x="1186559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63" name="直接连接符 62">
                <a:extLst>
                  <a:ext uri="{FF2B5EF4-FFF2-40B4-BE49-F238E27FC236}">
                    <a16:creationId xmlns:a16="http://schemas.microsoft.com/office/drawing/2014/main" id="{103B67DB-9D4D-48BE-AD15-BDC6105ACA14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64" name="直接连接符 63">
                <a:extLst>
                  <a:ext uri="{FF2B5EF4-FFF2-40B4-BE49-F238E27FC236}">
                    <a16:creationId xmlns:a16="http://schemas.microsoft.com/office/drawing/2014/main" id="{35F7421C-E822-4DCE-82D3-3CF43AFABC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8DEEA52F-6F65-4BA0-AC00-94FCCC1EF76D}"/>
                </a:ext>
              </a:extLst>
            </p:cNvPr>
            <p:cNvGrpSpPr/>
            <p:nvPr/>
          </p:nvGrpSpPr>
          <p:grpSpPr>
            <a:xfrm>
              <a:off x="1194350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61" name="直接连接符 60">
                <a:extLst>
                  <a:ext uri="{FF2B5EF4-FFF2-40B4-BE49-F238E27FC236}">
                    <a16:creationId xmlns:a16="http://schemas.microsoft.com/office/drawing/2014/main" id="{D35F1FDA-2B32-44A6-A020-8332B685BBEF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62" name="直接连接符 61">
                <a:extLst>
                  <a:ext uri="{FF2B5EF4-FFF2-40B4-BE49-F238E27FC236}">
                    <a16:creationId xmlns:a16="http://schemas.microsoft.com/office/drawing/2014/main" id="{F6C09B7C-0F5F-4396-B0D8-460D78533E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</p:grp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09AFE782-0092-4D33-AC60-ADD3AC609660}"/>
              </a:ext>
            </a:extLst>
          </p:cNvPr>
          <p:cNvGrpSpPr/>
          <p:nvPr/>
        </p:nvGrpSpPr>
        <p:grpSpPr>
          <a:xfrm flipH="1">
            <a:off x="442913" y="4186123"/>
            <a:ext cx="280608" cy="155700"/>
            <a:chOff x="11787685" y="2589881"/>
            <a:chExt cx="280608" cy="155700"/>
          </a:xfrm>
        </p:grpSpPr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9DB16C06-177D-402F-B72C-ECA971C441B2}"/>
                </a:ext>
              </a:extLst>
            </p:cNvPr>
            <p:cNvGrpSpPr/>
            <p:nvPr/>
          </p:nvGrpSpPr>
          <p:grpSpPr>
            <a:xfrm>
              <a:off x="1178768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75" name="直接连接符 74">
                <a:extLst>
                  <a:ext uri="{FF2B5EF4-FFF2-40B4-BE49-F238E27FC236}">
                    <a16:creationId xmlns:a16="http://schemas.microsoft.com/office/drawing/2014/main" id="{AF6E8A11-2F25-49D0-93F6-94D7C748DCE4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76" name="直接连接符 75">
                <a:extLst>
                  <a:ext uri="{FF2B5EF4-FFF2-40B4-BE49-F238E27FC236}">
                    <a16:creationId xmlns:a16="http://schemas.microsoft.com/office/drawing/2014/main" id="{5CCA3629-BFEA-44D4-8C2A-3D912923C3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69" name="组合 68">
              <a:extLst>
                <a:ext uri="{FF2B5EF4-FFF2-40B4-BE49-F238E27FC236}">
                  <a16:creationId xmlns:a16="http://schemas.microsoft.com/office/drawing/2014/main" id="{9EC21708-2372-4F0E-8391-B48AA263F56F}"/>
                </a:ext>
              </a:extLst>
            </p:cNvPr>
            <p:cNvGrpSpPr/>
            <p:nvPr/>
          </p:nvGrpSpPr>
          <p:grpSpPr>
            <a:xfrm>
              <a:off x="1186559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73" name="直接连接符 72">
                <a:extLst>
                  <a:ext uri="{FF2B5EF4-FFF2-40B4-BE49-F238E27FC236}">
                    <a16:creationId xmlns:a16="http://schemas.microsoft.com/office/drawing/2014/main" id="{65CCA464-B438-4DBC-8F80-A686F0F79F55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74" name="直接连接符 73">
                <a:extLst>
                  <a:ext uri="{FF2B5EF4-FFF2-40B4-BE49-F238E27FC236}">
                    <a16:creationId xmlns:a16="http://schemas.microsoft.com/office/drawing/2014/main" id="{374DCC8E-59FC-44A8-A11C-3CA63E519A6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70" name="组合 69">
              <a:extLst>
                <a:ext uri="{FF2B5EF4-FFF2-40B4-BE49-F238E27FC236}">
                  <a16:creationId xmlns:a16="http://schemas.microsoft.com/office/drawing/2014/main" id="{5B238AA7-F7BE-4C1B-994C-A951C21D320D}"/>
                </a:ext>
              </a:extLst>
            </p:cNvPr>
            <p:cNvGrpSpPr/>
            <p:nvPr/>
          </p:nvGrpSpPr>
          <p:grpSpPr>
            <a:xfrm>
              <a:off x="11943505" y="2589881"/>
              <a:ext cx="124788" cy="155700"/>
              <a:chOff x="11749088" y="2541722"/>
              <a:chExt cx="201981" cy="397394"/>
            </a:xfrm>
          </p:grpSpPr>
          <p:cxnSp>
            <p:nvCxnSpPr>
              <p:cNvPr id="71" name="直接连接符 70">
                <a:extLst>
                  <a:ext uri="{FF2B5EF4-FFF2-40B4-BE49-F238E27FC236}">
                    <a16:creationId xmlns:a16="http://schemas.microsoft.com/office/drawing/2014/main" id="{A7FDF2E1-BA0A-4570-8EDF-D7C8EDBF89C1}"/>
                  </a:ext>
                </a:extLst>
              </p:cNvPr>
              <p:cNvCxnSpPr/>
              <p:nvPr/>
            </p:nvCxnSpPr>
            <p:spPr>
              <a:xfrm>
                <a:off x="11749088" y="2541722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72" name="直接连接符 71">
                <a:extLst>
                  <a:ext uri="{FF2B5EF4-FFF2-40B4-BE49-F238E27FC236}">
                    <a16:creationId xmlns:a16="http://schemas.microsoft.com/office/drawing/2014/main" id="{9A7890E3-5C54-4052-A7AD-16279E0971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749088" y="2737135"/>
                <a:ext cx="201981" cy="201981"/>
              </a:xfrm>
              <a:prstGeom prst="line">
                <a:avLst/>
              </a:prstGeom>
              <a:noFill/>
              <a:ln w="635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</p:grpSp>
      <p:pic>
        <p:nvPicPr>
          <p:cNvPr id="3" name="图片 2">
            <a:extLst>
              <a:ext uri="{FF2B5EF4-FFF2-40B4-BE49-F238E27FC236}">
                <a16:creationId xmlns:a16="http://schemas.microsoft.com/office/drawing/2014/main" id="{1AF51A26-C5BD-B70D-896F-DCF3DE245A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196" y="1557005"/>
            <a:ext cx="3109221" cy="222128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A0EBFC93-D6BC-A4E5-908C-8E2238840ED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96" y="3945745"/>
            <a:ext cx="3030128" cy="2087064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08D8B112-41A7-5A08-4208-9B2B18EDA5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02202" y="3945745"/>
            <a:ext cx="7728671" cy="2221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5531154"/>
      </p:ext>
    </p:extLst>
  </p:cSld>
  <p:clrMapOvr>
    <a:masterClrMapping/>
  </p:clrMapOvr>
  <p:transition spd="med">
    <p:pull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zh-CN" altLang="en-US" dirty="0"/>
              <a:t>问题三：死胡同与无效搜索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7587453F-D03C-4CB4-A239-C6ED27AD6E94}"/>
              </a:ext>
            </a:extLst>
          </p:cNvPr>
          <p:cNvSpPr txBox="1"/>
          <p:nvPr/>
        </p:nvSpPr>
        <p:spPr>
          <a:xfrm>
            <a:off x="725278" y="1544626"/>
            <a:ext cx="4548553" cy="39621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 eaLnBrk="1" hangingPunct="1"/>
            <a:r>
              <a:rPr lang="zh-CN" altLang="en-US" sz="2000" dirty="0">
                <a:solidFill>
                  <a:schemeClr val="tx1"/>
                </a:solidFill>
              </a:rPr>
              <a:t>路径：严格限制当前移动方向≠上一步的反方向</a:t>
            </a:r>
          </a:p>
          <a:p>
            <a:pPr algn="just" eaLnBrk="1" hangingPunct="1"/>
            <a:r>
              <a:rPr lang="zh-CN" altLang="en-US" sz="2000" dirty="0">
                <a:solidFill>
                  <a:schemeClr val="tx1"/>
                </a:solidFill>
              </a:rPr>
              <a:t>引入</a:t>
            </a:r>
            <a:r>
              <a:rPr lang="en-US" altLang="zh-CN" sz="2000" dirty="0">
                <a:solidFill>
                  <a:schemeClr val="tx1"/>
                </a:solidFill>
              </a:rPr>
              <a:t>IDA</a:t>
            </a:r>
            <a:r>
              <a:rPr lang="zh-CN" altLang="en-US" sz="2000" dirty="0">
                <a:solidFill>
                  <a:schemeClr val="tx1"/>
                </a:solidFill>
              </a:rPr>
              <a:t>与启发式剪枝</a:t>
            </a:r>
            <a:endParaRPr lang="en-US" altLang="zh-CN" sz="2000" dirty="0">
              <a:solidFill>
                <a:schemeClr val="tx1"/>
              </a:solidFill>
            </a:endParaRPr>
          </a:p>
          <a:p>
            <a:pPr algn="just" eaLnBrk="1" hangingPunct="1"/>
            <a:r>
              <a:rPr lang="zh-CN" altLang="en-US" sz="2000" dirty="0">
                <a:solidFill>
                  <a:schemeClr val="tx1"/>
                </a:solidFill>
              </a:rPr>
              <a:t>公式： </a:t>
            </a:r>
            <a:r>
              <a:rPr lang="en-US" altLang="zh-CN" sz="2000" dirty="0">
                <a:solidFill>
                  <a:schemeClr val="tx1"/>
                </a:solidFill>
              </a:rPr>
              <a:t>f(x) = g(x) + h(x)</a:t>
            </a:r>
            <a:r>
              <a:rPr lang="zh-CN" altLang="en-US" sz="2000" dirty="0">
                <a:solidFill>
                  <a:schemeClr val="tx1"/>
                </a:solidFill>
              </a:rPr>
              <a:t>（已走步数 </a:t>
            </a:r>
            <a:r>
              <a:rPr lang="en-US" altLang="zh-CN" sz="2000" dirty="0">
                <a:solidFill>
                  <a:schemeClr val="tx1"/>
                </a:solidFill>
              </a:rPr>
              <a:t>+ </a:t>
            </a:r>
            <a:r>
              <a:rPr lang="zh-CN" altLang="en-US" sz="2000" dirty="0">
                <a:solidFill>
                  <a:schemeClr val="tx1"/>
                </a:solidFill>
              </a:rPr>
              <a:t>预估步数）。</a:t>
            </a:r>
          </a:p>
          <a:p>
            <a:pPr algn="just" eaLnBrk="1" hangingPunct="1"/>
            <a:r>
              <a:rPr lang="zh-CN" altLang="en-US" sz="2000" dirty="0">
                <a:solidFill>
                  <a:schemeClr val="tx1"/>
                </a:solidFill>
              </a:rPr>
              <a:t>基础预估（曼哈顿距离）： 计算所有方块偏离目标的绝对距离。</a:t>
            </a:r>
          </a:p>
          <a:p>
            <a:pPr algn="just" eaLnBrk="1" hangingPunct="1"/>
            <a:r>
              <a:rPr lang="zh-CN" altLang="en-US" sz="2000" dirty="0">
                <a:solidFill>
                  <a:schemeClr val="tx1"/>
                </a:solidFill>
              </a:rPr>
              <a:t>高阶惩罚（线性冲突）： 识别同行或同列中顺序颠倒，施加 </a:t>
            </a:r>
            <a:r>
              <a:rPr lang="en-US" altLang="zh-CN" sz="2000" dirty="0">
                <a:solidFill>
                  <a:schemeClr val="tx1"/>
                </a:solidFill>
              </a:rPr>
              <a:t>2 </a:t>
            </a:r>
            <a:r>
              <a:rPr lang="zh-CN" altLang="en-US" sz="2000" dirty="0">
                <a:solidFill>
                  <a:schemeClr val="tx1"/>
                </a:solidFill>
              </a:rPr>
              <a:t>步绕路惩罚。</a:t>
            </a:r>
          </a:p>
        </p:txBody>
      </p: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60CD6661-74AA-4B7C-922D-456914E521D3}"/>
              </a:ext>
            </a:extLst>
          </p:cNvPr>
          <p:cNvCxnSpPr>
            <a:cxnSpLocks/>
          </p:cNvCxnSpPr>
          <p:nvPr/>
        </p:nvCxnSpPr>
        <p:spPr>
          <a:xfrm rot="16200000">
            <a:off x="1193278" y="5368990"/>
            <a:ext cx="0" cy="936000"/>
          </a:xfrm>
          <a:prstGeom prst="line">
            <a:avLst/>
          </a:prstGeom>
          <a:ln w="762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>
            <a:extLst>
              <a:ext uri="{FF2B5EF4-FFF2-40B4-BE49-F238E27FC236}">
                <a16:creationId xmlns:a16="http://schemas.microsoft.com/office/drawing/2014/main" id="{B4649176-4C0D-4EBC-A4C0-18050DB4270C}"/>
              </a:ext>
            </a:extLst>
          </p:cNvPr>
          <p:cNvCxnSpPr/>
          <p:nvPr/>
        </p:nvCxnSpPr>
        <p:spPr>
          <a:xfrm>
            <a:off x="5867492" y="3603482"/>
            <a:ext cx="0" cy="2278411"/>
          </a:xfrm>
          <a:prstGeom prst="line">
            <a:avLst/>
          </a:prstGeom>
          <a:ln w="1270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98F9219E-7AE6-4CE9-AFB2-9BB994DBDC2A}"/>
              </a:ext>
            </a:extLst>
          </p:cNvPr>
          <p:cNvCxnSpPr/>
          <p:nvPr/>
        </p:nvCxnSpPr>
        <p:spPr>
          <a:xfrm>
            <a:off x="5867492" y="1218666"/>
            <a:ext cx="0" cy="2278411"/>
          </a:xfrm>
          <a:prstGeom prst="line">
            <a:avLst/>
          </a:prstGeom>
          <a:ln w="1270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图片 2">
            <a:extLst>
              <a:ext uri="{FF2B5EF4-FFF2-40B4-BE49-F238E27FC236}">
                <a16:creationId xmlns:a16="http://schemas.microsoft.com/office/drawing/2014/main" id="{C451202B-D6D2-CA9B-685E-4E79034062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41545" y="966367"/>
            <a:ext cx="5606001" cy="278300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57B024C8-3CFC-63F9-6F46-77B2C1BC0BB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02018" y="3603482"/>
            <a:ext cx="4208853" cy="1510353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68E14F37-2AFA-971E-2F31-CAEA0B7260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96000" y="4206728"/>
            <a:ext cx="4768780" cy="2357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137881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总结设计思想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A8556209-24C5-473E-8CF5-173C597F7B42}"/>
              </a:ext>
            </a:extLst>
          </p:cNvPr>
          <p:cNvSpPr txBox="1"/>
          <p:nvPr/>
        </p:nvSpPr>
        <p:spPr>
          <a:xfrm>
            <a:off x="7943668" y="1797308"/>
            <a:ext cx="3638731" cy="17254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状态空间较小（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9!/2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），采用广度优先搜索 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(BFS)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，结合自定义循环队列 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(</a:t>
            </a:r>
            <a:r>
              <a:rPr lang="en-US" altLang="zh-CN" sz="1400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CirQueue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，逐层向外推演，利用哈希编码防重，确保最先找到的解即为最少步数的最优解。</a:t>
            </a:r>
          </a:p>
          <a:p>
            <a:pPr algn="just" eaLnBrk="1" hangingPunct="1">
              <a:lnSpc>
                <a:spcPct val="130000"/>
              </a:lnSpc>
            </a:pPr>
            <a:endParaRPr lang="zh-CN" altLang="en-US" spc="3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37467E37-722F-18E8-BA28-06EC67236B8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6686" y="1410729"/>
            <a:ext cx="7172261" cy="4036542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30085645-1C4F-6E3F-2F6D-778B3750B346}"/>
              </a:ext>
            </a:extLst>
          </p:cNvPr>
          <p:cNvSpPr txBox="1"/>
          <p:nvPr/>
        </p:nvSpPr>
        <p:spPr>
          <a:xfrm>
            <a:off x="7943669" y="3582600"/>
            <a:ext cx="3482614" cy="137306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状态空间极度膨胀（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16!/2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），传统的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BFS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会导致队列内存溢出。经过查询资料，采用迭代加深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A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算法，结合自定义顺序栈 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(</a:t>
            </a:r>
            <a:r>
              <a:rPr lang="en-US" altLang="zh-CN" sz="1400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SeqStack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 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进行深度优先回溯</a:t>
            </a:r>
            <a:endParaRPr lang="zh-CN" altLang="en-US" sz="1400" spc="3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3218749"/>
      </p:ext>
    </p:extLst>
  </p:cSld>
  <p:clrMapOvr>
    <a:masterClrMapping/>
  </p:clrMapOvr>
  <p:transition spd="med">
    <p:pull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3*3</a:t>
            </a:r>
            <a:r>
              <a:rPr lang="zh-CN" altLang="en-US" dirty="0"/>
              <a:t>流程图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6ECCAF57-C053-4DAE-F64A-7AC3E31A32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795" y="2036160"/>
            <a:ext cx="11047141" cy="20240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5282651"/>
      </p:ext>
    </p:extLst>
  </p:cSld>
  <p:clrMapOvr>
    <a:masterClrMapping/>
  </p:clrMapOvr>
  <p:transition spd="med">
    <p:pull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4*4</a:t>
            </a:r>
            <a:r>
              <a:rPr lang="zh-CN" altLang="en-US" dirty="0"/>
              <a:t>流程图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A251C3F5-DD47-5995-ECCE-CF9A7F36E28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352" y="1883927"/>
            <a:ext cx="11611476" cy="22419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8945779"/>
      </p:ext>
    </p:extLst>
  </p:cSld>
  <p:clrMapOvr>
    <a:masterClrMapping/>
  </p:clrMapOvr>
  <p:transition spd="med">
    <p:pull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47E2459E-B67F-4D55-A86C-6669A97C7BCB}"/>
              </a:ext>
            </a:extLst>
          </p:cNvPr>
          <p:cNvSpPr txBox="1"/>
          <p:nvPr/>
        </p:nvSpPr>
        <p:spPr>
          <a:xfrm>
            <a:off x="8139001" y="113468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A8556209-24C5-473E-8CF5-173C597F7B42}"/>
              </a:ext>
            </a:extLst>
          </p:cNvPr>
          <p:cNvSpPr txBox="1"/>
          <p:nvPr/>
        </p:nvSpPr>
        <p:spPr>
          <a:xfrm>
            <a:off x="6646127" y="1797308"/>
            <a:ext cx="5300545" cy="39260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SeqList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（顺序表）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CirQueue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（循环队列）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SeqStack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（顺序栈）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Board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类（棋盘模型）：负责封装游戏物理规则。包含棋盘尺寸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n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、底层数据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cells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。提供移动判断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canMove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、执行移动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move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、计算曼哈顿距离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manhattan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、计算无解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isSolvable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等方法。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Solver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类（求解）：包含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BFS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求解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solveByBfs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和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IDA*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求解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solveByIdaStar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方法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E176F5B0-7123-D272-BAA4-DDFC1A3E13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76204" y="948547"/>
            <a:ext cx="5961767" cy="542454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771659"/>
      </p:ext>
    </p:extLst>
  </p:cSld>
  <p:clrMapOvr>
    <a:masterClrMapping/>
  </p:clrMapOvr>
  <p:transition spd="med">
    <p:pull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F3ABFE-A558-BA51-FCFC-D008E6ADF2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EE07A0A-CE88-EB65-E332-3C7AA31D90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1BC484FD-E624-4B5A-BAAA-6AC38BA8B77B}"/>
              </a:ext>
            </a:extLst>
          </p:cNvPr>
          <p:cNvSpPr txBox="1"/>
          <p:nvPr/>
        </p:nvSpPr>
        <p:spPr>
          <a:xfrm>
            <a:off x="8139001" y="113468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C5C07DB5-1768-2529-45C4-AF5FD8990299}"/>
              </a:ext>
            </a:extLst>
          </p:cNvPr>
          <p:cNvSpPr txBox="1"/>
          <p:nvPr/>
        </p:nvSpPr>
        <p:spPr>
          <a:xfrm>
            <a:off x="6646127" y="1797308"/>
            <a:ext cx="5300545" cy="3565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顺序表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SeqList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：内部由动态数组实现，封装了容量翻倍扩容机制（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expand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）、深拷贝构造及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operator[]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重载。用于存储棋盘状态及最终的移动步骤方案。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顺序栈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SeqStack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：用于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IDA*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算法中记录回溯路径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循环队列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CirQueue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&lt;T&gt;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：通过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frontIndex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和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rearIndex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取模运算实现，用于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3x3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棋盘的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BFS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广度优先搜索。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20795C38-B35B-A532-890B-75B2198A83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76204" y="948547"/>
            <a:ext cx="5961767" cy="542454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65622916"/>
      </p:ext>
    </p:extLst>
  </p:cSld>
  <p:clrMapOvr>
    <a:masterClrMapping/>
  </p:clrMapOvr>
  <p:transition spd="med">
    <p:pull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47E2459E-B67F-4D55-A86C-6669A97C7BCB}"/>
              </a:ext>
            </a:extLst>
          </p:cNvPr>
          <p:cNvSpPr txBox="1"/>
          <p:nvPr/>
        </p:nvSpPr>
        <p:spPr>
          <a:xfrm>
            <a:off x="8380095" y="2780448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循环队列</a:t>
            </a:r>
            <a:endParaRPr lang="en-US" altLang="zh-CN" sz="2800" b="1" spc="300" dirty="0">
              <a:solidFill>
                <a:schemeClr val="accent4"/>
              </a:solidFill>
              <a:latin typeface="微软雅黑" panose="020B0503020204020204" pitchFamily="34" charset="-122"/>
            </a:endParaRP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29A83ABF-C2B0-4943-B3A9-F52C412C390D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18BF3A0A-1C68-E4E5-9792-578F071BE0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8840" y="2918547"/>
            <a:ext cx="3845355" cy="3185821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FEA9800E-1404-C498-E294-CF72701A447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95592" y="860101"/>
            <a:ext cx="4236064" cy="33114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5677477"/>
      </p:ext>
    </p:extLst>
  </p:cSld>
  <p:clrMapOvr>
    <a:masterClrMapping/>
  </p:clrMapOvr>
  <p:transition spd="med">
    <p:pull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A015CF-889A-3F61-7E36-56529A1D9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94B1261-A996-0267-D545-BB180C625A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2D38D8A-95AF-04BF-DCEB-D069A1295AE5}"/>
              </a:ext>
            </a:extLst>
          </p:cNvPr>
          <p:cNvSpPr txBox="1"/>
          <p:nvPr/>
        </p:nvSpPr>
        <p:spPr>
          <a:xfrm>
            <a:off x="8380095" y="2780448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altLang="zh-CN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4*4</a:t>
            </a: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解法</a:t>
            </a:r>
            <a:endParaRPr lang="en-US" altLang="zh-CN" sz="2800" b="1" spc="300" dirty="0">
              <a:solidFill>
                <a:schemeClr val="accent4"/>
              </a:solidFill>
              <a:latin typeface="微软雅黑" panose="020B0503020204020204" pitchFamily="34" charset="-122"/>
            </a:endParaRP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0DF65DCA-7A34-18DC-8E8A-A5A5CC760593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A0FE3F6E-B5B9-1E36-90E7-5E97702159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2672" y="1256370"/>
            <a:ext cx="6854237" cy="4735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3889198"/>
      </p:ext>
    </p:extLst>
  </p:cSld>
  <p:clrMapOvr>
    <a:masterClrMapping/>
  </p:clrMapOvr>
  <p:transition spd="med">
    <p:pull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602DD-2E69-1518-26CC-AEF40B7E62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DCA3D14-DD39-BC3D-9ACB-249BD71B9B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867FFE3A-D64E-94F3-8DC6-692E05353DE5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09A17AA1-1E1C-B837-97A5-B35C34E82B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1236" y="1248533"/>
            <a:ext cx="2816251" cy="2180467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79FD360D-F141-4DE4-5749-4E7900D07B6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3834" y="1288450"/>
            <a:ext cx="3534900" cy="2183239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A51D5CAA-B8F6-862C-A2B8-EC63ED8ACEF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1236" y="3586286"/>
            <a:ext cx="2813037" cy="2238751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71D86EA7-01F2-88CD-7D60-9D631295208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42905" y="3673985"/>
            <a:ext cx="3375829" cy="2280590"/>
          </a:xfrm>
          <a:prstGeom prst="rect">
            <a:avLst/>
          </a:prstGeom>
        </p:spPr>
      </p:pic>
      <p:sp>
        <p:nvSpPr>
          <p:cNvPr id="8" name="文本框 7">
            <a:extLst>
              <a:ext uri="{FF2B5EF4-FFF2-40B4-BE49-F238E27FC236}">
                <a16:creationId xmlns:a16="http://schemas.microsoft.com/office/drawing/2014/main" id="{C6930AB3-D38D-10F0-67B3-D0C8B6A89F11}"/>
              </a:ext>
            </a:extLst>
          </p:cNvPr>
          <p:cNvSpPr txBox="1"/>
          <p:nvPr/>
        </p:nvSpPr>
        <p:spPr>
          <a:xfrm>
            <a:off x="7830667" y="3056855"/>
            <a:ext cx="4074160" cy="20300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）开发环境：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Visual Studio 2022 (C++11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标准以上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2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）图形库：</a:t>
            </a:r>
            <a:r>
              <a:rPr lang="en-US" altLang="zh-CN" sz="1400" dirty="0" err="1">
                <a:latin typeface="宋体" panose="02010600030101010101" pitchFamily="2" charset="-122"/>
                <a:ea typeface="宋体" panose="02010600030101010101" pitchFamily="2" charset="-122"/>
              </a:rPr>
              <a:t>EasyX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 Graphics Library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）测试数据：程序内部通过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rand()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函数结合逆序打乱算法随机生成的任意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3x3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与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4x4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的起始盘面数据。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DB5F69E-D552-43C2-CDEC-05DBD2A8F932}"/>
              </a:ext>
            </a:extLst>
          </p:cNvPr>
          <p:cNvSpPr txBox="1"/>
          <p:nvPr/>
        </p:nvSpPr>
        <p:spPr>
          <a:xfrm>
            <a:off x="8343747" y="2380069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测试环境与数据</a:t>
            </a:r>
          </a:p>
        </p:txBody>
      </p:sp>
    </p:spTree>
    <p:extLst>
      <p:ext uri="{BB962C8B-B14F-4D97-AF65-F5344CB8AC3E}">
        <p14:creationId xmlns:p14="http://schemas.microsoft.com/office/powerpoint/2010/main" val="436433371"/>
      </p:ext>
    </p:extLst>
  </p:cSld>
  <p:clrMapOvr>
    <a:masterClrMapping/>
  </p:clrMapOvr>
  <p:transition spd="med">
    <p:pull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D0985-75AF-33A0-F9AF-09CE9F4EB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12397E2-0D64-AF55-AA6C-AE88B3FB90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1AA87418-4DB2-CB9B-4616-E43A8C68A7A7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20A48AD1-FBF4-72F8-C166-7AD95E4216A5}"/>
              </a:ext>
            </a:extLst>
          </p:cNvPr>
          <p:cNvSpPr txBox="1"/>
          <p:nvPr/>
        </p:nvSpPr>
        <p:spPr>
          <a:xfrm>
            <a:off x="8287666" y="2196166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D39DC6C7-30EB-E8B1-B0A8-B0E7827E809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3480" y="1033466"/>
            <a:ext cx="3403383" cy="2102011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32E8891F-F4F3-77F9-5C9C-F89BF4347A9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70" y="1033466"/>
            <a:ext cx="2481399" cy="1920672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87265693-2B1B-358B-5CDA-0910744846F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564" y="2919004"/>
            <a:ext cx="2977972" cy="1969717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FA34EB67-ADAA-D9F3-2C69-E6A61E1BE8B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1668" y="4691889"/>
            <a:ext cx="2549763" cy="1966261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8B236AE7-5167-D15E-9F7B-5D180D41EB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31250" y="2955518"/>
            <a:ext cx="3963374" cy="2264086"/>
          </a:xfrm>
          <a:prstGeom prst="rect">
            <a:avLst/>
          </a:prstGeom>
        </p:spPr>
      </p:pic>
      <p:sp>
        <p:nvSpPr>
          <p:cNvPr id="20" name="文本框 19">
            <a:extLst>
              <a:ext uri="{FF2B5EF4-FFF2-40B4-BE49-F238E27FC236}">
                <a16:creationId xmlns:a16="http://schemas.microsoft.com/office/drawing/2014/main" id="{F0A3A3A2-B5AC-66C9-09E4-B341021C94AD}"/>
              </a:ext>
            </a:extLst>
          </p:cNvPr>
          <p:cNvSpPr txBox="1"/>
          <p:nvPr/>
        </p:nvSpPr>
        <p:spPr>
          <a:xfrm>
            <a:off x="8132956" y="2954138"/>
            <a:ext cx="3650166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dirty="0"/>
              <a:t>创建棋盘系统</a:t>
            </a:r>
          </a:p>
          <a:p>
            <a:r>
              <a:rPr lang="en-US" altLang="zh-CN" dirty="0"/>
              <a:t>a. </a:t>
            </a:r>
            <a:r>
              <a:rPr lang="zh-CN" altLang="en-US" dirty="0"/>
              <a:t>规格选择支持：系统成功支持 </a:t>
            </a:r>
            <a:r>
              <a:rPr lang="en-US" altLang="zh-CN" dirty="0"/>
              <a:t>N=3 (3x3) </a:t>
            </a:r>
            <a:r>
              <a:rPr lang="zh-CN" altLang="en-US" dirty="0"/>
              <a:t>和 </a:t>
            </a:r>
            <a:r>
              <a:rPr lang="en-US" altLang="zh-CN" dirty="0"/>
              <a:t>N=4 (4x4) </a:t>
            </a:r>
            <a:r>
              <a:rPr lang="zh-CN" altLang="en-US" dirty="0"/>
              <a:t>两种规格的自由切换。切换后棋盘布局、方块大小自动适配，动态调整，无错位现象。</a:t>
            </a:r>
          </a:p>
          <a:p>
            <a:r>
              <a:rPr lang="en-US" altLang="zh-CN" dirty="0"/>
              <a:t>b. </a:t>
            </a:r>
            <a:r>
              <a:rPr lang="zh-CN" altLang="en-US" dirty="0"/>
              <a:t>随机生成初始状态：随机打乱算法运行正常，每次点击“新的一局”都能稳定生成一个全新的、完全随机的初始盘面</a:t>
            </a:r>
            <a:endParaRPr lang="zh-CN" altLang="en-US" spc="150" dirty="0">
              <a:solidFill>
                <a:schemeClr val="tx1">
                  <a:lumMod val="85000"/>
                  <a:lumOff val="15000"/>
                </a:schemeClr>
              </a:solidFill>
              <a:uFillTx/>
              <a:sym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92491349"/>
      </p:ext>
    </p:extLst>
  </p:cSld>
  <p:clrMapOvr>
    <a:masterClrMapping/>
  </p:clrMapOvr>
  <p:transition spd="med">
    <p:pull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3529C-C6EE-DBC6-8EE9-C483E78265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B0D27EB-EF33-3644-DAA3-D315735F8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1589BC65-75FE-2175-C7F7-B60B1A3C14E4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5A60B59B-4201-9092-26BF-59B5443ACCB0}"/>
              </a:ext>
            </a:extLst>
          </p:cNvPr>
          <p:cNvSpPr txBox="1"/>
          <p:nvPr/>
        </p:nvSpPr>
        <p:spPr>
          <a:xfrm>
            <a:off x="8287666" y="2196166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7A307645-E229-1111-B930-683999A1D1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3480" y="1033466"/>
            <a:ext cx="3403383" cy="2102011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02196C5C-E4BF-2C0C-90F0-4369CBB027E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70" y="1033466"/>
            <a:ext cx="2481399" cy="1920672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5168F99B-E876-CF5A-1050-59E46641289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564" y="2919004"/>
            <a:ext cx="2977972" cy="1969717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1ECAA381-7136-AAE4-2B95-5E1DA3DB5F2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1668" y="4691889"/>
            <a:ext cx="2549763" cy="1966261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7C449692-5A14-CB3D-3544-E740AA3A84D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31250" y="2955518"/>
            <a:ext cx="3963374" cy="2264086"/>
          </a:xfrm>
          <a:prstGeom prst="rect">
            <a:avLst/>
          </a:prstGeom>
        </p:spPr>
      </p:pic>
      <p:sp>
        <p:nvSpPr>
          <p:cNvPr id="20" name="文本框 19">
            <a:extLst>
              <a:ext uri="{FF2B5EF4-FFF2-40B4-BE49-F238E27FC236}">
                <a16:creationId xmlns:a16="http://schemas.microsoft.com/office/drawing/2014/main" id="{3DC76F12-7E90-5718-FF89-F39C3D792704}"/>
              </a:ext>
            </a:extLst>
          </p:cNvPr>
          <p:cNvSpPr txBox="1"/>
          <p:nvPr/>
        </p:nvSpPr>
        <p:spPr>
          <a:xfrm>
            <a:off x="8073482" y="2901520"/>
            <a:ext cx="3650166" cy="31393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dirty="0"/>
              <a:t>a.</a:t>
            </a:r>
            <a:r>
              <a:rPr lang="zh-CN" altLang="en-US" dirty="0"/>
              <a:t>确定是否有解：系统引入了严谨的数学逆序数校验机制。测试表明，无论是 </a:t>
            </a:r>
            <a:r>
              <a:rPr lang="en-US" altLang="zh-CN" dirty="0"/>
              <a:t>3x3 </a:t>
            </a:r>
            <a:r>
              <a:rPr lang="zh-CN" altLang="en-US" dirty="0"/>
              <a:t>还是 </a:t>
            </a:r>
            <a:r>
              <a:rPr lang="en-US" altLang="zh-CN" dirty="0"/>
              <a:t>4x4 </a:t>
            </a:r>
            <a:r>
              <a:rPr lang="zh-CN" altLang="en-US" dirty="0"/>
              <a:t>盘面，系统均能在 </a:t>
            </a:r>
            <a:r>
              <a:rPr lang="en-US" altLang="zh-CN" dirty="0"/>
              <a:t>0.001 </a:t>
            </a:r>
            <a:r>
              <a:rPr lang="zh-CN" altLang="en-US" dirty="0"/>
              <a:t>秒内准确判定当前随机盘面是否有解，无解时会立即弹窗拦截</a:t>
            </a:r>
            <a:endParaRPr lang="en-US" altLang="zh-CN" dirty="0"/>
          </a:p>
          <a:p>
            <a:r>
              <a:rPr lang="en-US" altLang="zh-CN" dirty="0"/>
              <a:t>b.</a:t>
            </a:r>
            <a:r>
              <a:rPr lang="zh-CN" altLang="zh-CN" dirty="0"/>
              <a:t>给出完整移动方案：对于有解的盘面，算法能够稳定输出完整的移动方向序列（上、下、左、右），并能驱动方块进行流畅的自动演示，直至拼图完全复原。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826977760"/>
      </p:ext>
    </p:extLst>
  </p:cSld>
  <p:clrMapOvr>
    <a:masterClrMapping/>
  </p:clrMapOvr>
  <p:transition spd="med">
    <p:pull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2FE83E-C8C0-67EB-2B1A-043264EF4F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B85A36E-BF43-6074-6761-F6456F0B6E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4207E713-9591-D148-A2B3-DE65B463FB1B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6FB4835E-0FFC-89B4-ECD1-0DF1E9E28D85}"/>
              </a:ext>
            </a:extLst>
          </p:cNvPr>
          <p:cNvSpPr txBox="1"/>
          <p:nvPr/>
        </p:nvSpPr>
        <p:spPr>
          <a:xfrm>
            <a:off x="8287666" y="2196166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27E8E08C-F6FF-E6CB-888B-115FA23E44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3480" y="1033466"/>
            <a:ext cx="3403383" cy="2102011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201316D5-5D24-7D64-2905-946C4E399F4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70" y="1033466"/>
            <a:ext cx="2481399" cy="1920672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048403BD-E068-153E-859B-41B301DAC8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564" y="2919004"/>
            <a:ext cx="2977972" cy="1969717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id="{52A22D08-4E26-1968-8DF7-066EEF7D784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1668" y="4691889"/>
            <a:ext cx="2549763" cy="1966261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53EFA519-9D65-C62F-1F55-ABCCC7272B9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31250" y="2955518"/>
            <a:ext cx="3963374" cy="2264086"/>
          </a:xfrm>
          <a:prstGeom prst="rect">
            <a:avLst/>
          </a:prstGeom>
        </p:spPr>
      </p:pic>
      <p:sp>
        <p:nvSpPr>
          <p:cNvPr id="20" name="文本框 19">
            <a:extLst>
              <a:ext uri="{FF2B5EF4-FFF2-40B4-BE49-F238E27FC236}">
                <a16:creationId xmlns:a16="http://schemas.microsoft.com/office/drawing/2014/main" id="{4389AF19-B8BF-EB33-A022-49E358B88AAA}"/>
              </a:ext>
            </a:extLst>
          </p:cNvPr>
          <p:cNvSpPr txBox="1"/>
          <p:nvPr/>
        </p:nvSpPr>
        <p:spPr>
          <a:xfrm>
            <a:off x="8098095" y="2701754"/>
            <a:ext cx="3650166" cy="31393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zh-CN" dirty="0"/>
              <a:t>求解最少步骤方案</a:t>
            </a:r>
            <a:r>
              <a:rPr lang="zh-CN" altLang="en-US" dirty="0"/>
              <a:t>：</a:t>
            </a:r>
            <a:r>
              <a:rPr lang="zh-CN" altLang="zh-CN" dirty="0"/>
              <a:t>面对</a:t>
            </a:r>
            <a:r>
              <a:rPr lang="en-US" altLang="zh-CN" dirty="0"/>
              <a:t> 4x4 </a:t>
            </a:r>
            <a:r>
              <a:rPr lang="zh-CN" altLang="zh-CN" dirty="0"/>
              <a:t>规格中超过</a:t>
            </a:r>
            <a:r>
              <a:rPr lang="en-US" altLang="zh-CN" dirty="0"/>
              <a:t> 55 </a:t>
            </a:r>
            <a:r>
              <a:rPr lang="zh-CN" altLang="zh-CN" dirty="0"/>
              <a:t>步的极端棋盘，由于状态空间呈指数级爆炸，单线程实时暴力穷举会触及物理算力瓶颈。为此，我们设计了“</a:t>
            </a:r>
            <a:r>
              <a:rPr lang="en-US" altLang="zh-CN" dirty="0"/>
              <a:t>2</a:t>
            </a:r>
            <a:r>
              <a:rPr lang="zh-CN" altLang="zh-CN" dirty="0"/>
              <a:t>秒超时防卡死拦截”与“加权快速求解方案”。</a:t>
            </a:r>
            <a:endParaRPr lang="en-US" altLang="zh-CN" dirty="0"/>
          </a:p>
          <a:p>
            <a:r>
              <a:rPr lang="zh-CN" altLang="zh-CN" dirty="0"/>
              <a:t>图形界面</a:t>
            </a:r>
            <a:r>
              <a:rPr lang="zh-CN" altLang="en-US" dirty="0"/>
              <a:t>：</a:t>
            </a:r>
            <a:r>
              <a:rPr lang="zh-CN" altLang="zh-CN" dirty="0"/>
              <a:t>利用</a:t>
            </a:r>
            <a:r>
              <a:rPr lang="en-US" altLang="zh-CN" dirty="0"/>
              <a:t> </a:t>
            </a:r>
            <a:r>
              <a:rPr lang="en-US" altLang="zh-CN" dirty="0" err="1"/>
              <a:t>EasyX</a:t>
            </a:r>
            <a:r>
              <a:rPr lang="en-US" altLang="zh-CN" dirty="0"/>
              <a:t> </a:t>
            </a:r>
            <a:r>
              <a:rPr lang="zh-CN" altLang="zh-CN" dirty="0"/>
              <a:t>图形库构建了简洁美观的窗体界面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zh-CN" dirty="0"/>
              <a:t>支持人类玩家</a:t>
            </a:r>
            <a:endParaRPr lang="en-US" altLang="zh-CN" dirty="0"/>
          </a:p>
          <a:p>
            <a:r>
              <a:rPr lang="zh-CN" altLang="zh-CN" dirty="0"/>
              <a:t>胜利判定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898215719"/>
      </p:ext>
    </p:extLst>
  </p:cSld>
  <p:clrMapOvr>
    <a:masterClrMapping/>
  </p:clrMapOvr>
  <p:transition spd="med">
    <p:pull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总结与思考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FBBDEF9D-09E4-4787-8D18-54BA435A6872}"/>
              </a:ext>
            </a:extLst>
          </p:cNvPr>
          <p:cNvGrpSpPr/>
          <p:nvPr/>
        </p:nvGrpSpPr>
        <p:grpSpPr>
          <a:xfrm>
            <a:off x="640757" y="1607291"/>
            <a:ext cx="2160001" cy="3917208"/>
            <a:chOff x="678857" y="2188316"/>
            <a:chExt cx="2160001" cy="3917208"/>
          </a:xfrm>
        </p:grpSpPr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C26FDF4B-DF2A-42A0-AC9A-44EB3A58DC57}"/>
                </a:ext>
              </a:extLst>
            </p:cNvPr>
            <p:cNvSpPr/>
            <p:nvPr/>
          </p:nvSpPr>
          <p:spPr>
            <a:xfrm>
              <a:off x="678857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BD6F4000-594E-40D3-940D-643B631BB399}"/>
                </a:ext>
              </a:extLst>
            </p:cNvPr>
            <p:cNvSpPr txBox="1"/>
            <p:nvPr/>
          </p:nvSpPr>
          <p:spPr>
            <a:xfrm>
              <a:off x="678857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题目难点要点</a:t>
              </a: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D3C07288-9E2C-41A0-9BD8-FC6941580CF1}"/>
                </a:ext>
              </a:extLst>
            </p:cNvPr>
            <p:cNvSpPr txBox="1"/>
            <p:nvPr/>
          </p:nvSpPr>
          <p:spPr>
            <a:xfrm>
              <a:off x="678858" y="3123177"/>
              <a:ext cx="2160000" cy="2982347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30000"/>
                </a:lnSpc>
              </a:pPr>
              <a:r>
                <a:rPr lang="en-US" altLang="zh-CN" spc="300" dirty="0"/>
                <a:t>1.</a:t>
              </a:r>
              <a:r>
                <a:rPr lang="zh-CN" altLang="en-US" spc="300" dirty="0"/>
                <a:t>随机打乱可能无解，如何判断？</a:t>
              </a:r>
              <a:endParaRPr lang="en-US" altLang="zh-CN" spc="300" dirty="0"/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2.4x4 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盘面状态极多，盲目搜索会引发算力崩溃。</a:t>
              </a:r>
              <a:endPara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3.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每局耗时过长。</a:t>
              </a:r>
            </a:p>
            <a:p>
              <a:pPr algn="just">
                <a:lnSpc>
                  <a:spcPct val="130000"/>
                </a:lnSpc>
              </a:pPr>
              <a:endPara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just">
                <a:lnSpc>
                  <a:spcPct val="130000"/>
                </a:lnSpc>
              </a:pPr>
              <a:endParaRPr lang="zh-CN" altLang="en-US" spc="300" dirty="0"/>
            </a:p>
          </p:txBody>
        </p:sp>
      </p:grp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3AE1C27E-AAD5-4AEE-8661-FB2A1F7F7CEF}"/>
              </a:ext>
            </a:extLst>
          </p:cNvPr>
          <p:cNvGrpSpPr/>
          <p:nvPr/>
        </p:nvGrpSpPr>
        <p:grpSpPr>
          <a:xfrm>
            <a:off x="5025519" y="1607291"/>
            <a:ext cx="2160001" cy="3917208"/>
            <a:chOff x="5063619" y="2188316"/>
            <a:chExt cx="2160001" cy="3917208"/>
          </a:xfrm>
        </p:grpSpPr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678EE4BB-86C1-4632-85D4-AFD8DA732254}"/>
                </a:ext>
              </a:extLst>
            </p:cNvPr>
            <p:cNvSpPr/>
            <p:nvPr/>
          </p:nvSpPr>
          <p:spPr>
            <a:xfrm>
              <a:off x="5063619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7" name="文本框 16">
              <a:extLst>
                <a:ext uri="{FF2B5EF4-FFF2-40B4-BE49-F238E27FC236}">
                  <a16:creationId xmlns:a16="http://schemas.microsoft.com/office/drawing/2014/main" id="{7E57FC14-8070-4F3F-87EA-DA88182E25E6}"/>
                </a:ext>
              </a:extLst>
            </p:cNvPr>
            <p:cNvSpPr txBox="1"/>
            <p:nvPr/>
          </p:nvSpPr>
          <p:spPr>
            <a:xfrm>
              <a:off x="5063619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本组工作特点</a:t>
              </a:r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9813BEEA-754F-47C9-8A5D-B53A56379029}"/>
                </a:ext>
              </a:extLst>
            </p:cNvPr>
            <p:cNvSpPr txBox="1"/>
            <p:nvPr/>
          </p:nvSpPr>
          <p:spPr>
            <a:xfrm>
              <a:off x="5063620" y="3123178"/>
              <a:ext cx="2160000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1.</a:t>
              </a:r>
              <a:r>
                <a:rPr lang="zh-CN" altLang="en-US" dirty="0"/>
                <a:t>我们在常规曼哈顿距离的基础上，增加了线性冲突的检测。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2.</a:t>
              </a:r>
              <a:r>
                <a:rPr lang="zh-CN" altLang="en-US" dirty="0"/>
                <a:t>我们在交互上扩展了最优解与快速求解双按钮。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3.</a:t>
              </a:r>
              <a:r>
                <a:rPr lang="zh-CN" altLang="en-US" spc="100" dirty="0">
                  <a:latin typeface="+mn-ea"/>
                </a:rPr>
                <a:t>兼顾了栈和队列两种数据结构</a:t>
              </a: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03F5CACD-F12D-428A-A85B-BA5C6607B6E8}"/>
              </a:ext>
            </a:extLst>
          </p:cNvPr>
          <p:cNvGrpSpPr/>
          <p:nvPr/>
        </p:nvGrpSpPr>
        <p:grpSpPr>
          <a:xfrm>
            <a:off x="8998674" y="1593938"/>
            <a:ext cx="2970302" cy="3853812"/>
            <a:chOff x="9036774" y="2174963"/>
            <a:chExt cx="2970302" cy="3853812"/>
          </a:xfrm>
        </p:grpSpPr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51C959A8-76C0-4A27-9E4F-5CFAEA1EFF4D}"/>
                </a:ext>
              </a:extLst>
            </p:cNvPr>
            <p:cNvSpPr/>
            <p:nvPr/>
          </p:nvSpPr>
          <p:spPr>
            <a:xfrm>
              <a:off x="9448380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B9932CB4-01A3-450C-AFF8-986CBEAA454C}"/>
                </a:ext>
              </a:extLst>
            </p:cNvPr>
            <p:cNvSpPr txBox="1"/>
            <p:nvPr/>
          </p:nvSpPr>
          <p:spPr>
            <a:xfrm>
              <a:off x="9160412" y="2174963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未来改进方向</a:t>
              </a:r>
            </a:p>
          </p:txBody>
        </p:sp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49CC292C-EC56-4CA9-B3DF-337A59B88AC3}"/>
                </a:ext>
              </a:extLst>
            </p:cNvPr>
            <p:cNvSpPr txBox="1"/>
            <p:nvPr/>
          </p:nvSpPr>
          <p:spPr>
            <a:xfrm>
              <a:off x="9036774" y="3046429"/>
              <a:ext cx="2970302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r>
                <a:rPr lang="zh-CN" altLang="en-US" dirty="0"/>
                <a:t>（</a:t>
              </a:r>
              <a:r>
                <a:rPr lang="en-US" altLang="zh-CN" dirty="0"/>
                <a:t>1</a:t>
              </a:r>
              <a:r>
                <a:rPr lang="zh-CN" altLang="en-US" dirty="0"/>
                <a:t>）探究多线程架构：目前算法计算仍需占用主线程。未来可引入多线程技术，将求解计算剥离至后台静默运行</a:t>
              </a:r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2</a:t>
              </a:r>
              <a:r>
                <a:rPr lang="zh-CN" altLang="en-US" dirty="0"/>
                <a:t>）优化视觉交互细节：当前图形界面中方块的移动表现为直接重绘刷新，视觉上缺乏连贯性。</a:t>
              </a:r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3</a:t>
              </a:r>
              <a:r>
                <a:rPr lang="zh-CN" altLang="en-US" dirty="0"/>
                <a:t>）突破极端算力瓶颈：未来可尝试了解更加高级算法策略，以期实现对所有局面的最优解。</a:t>
              </a:r>
            </a:p>
          </p:txBody>
        </p:sp>
      </p:grpSp>
      <p:sp>
        <p:nvSpPr>
          <p:cNvPr id="23" name="right-arrow_339913">
            <a:extLst>
              <a:ext uri="{FF2B5EF4-FFF2-40B4-BE49-F238E27FC236}">
                <a16:creationId xmlns:a16="http://schemas.microsoft.com/office/drawing/2014/main" id="{358D34DA-96BD-462C-A5D9-F385FCFCCD26}"/>
              </a:ext>
            </a:extLst>
          </p:cNvPr>
          <p:cNvSpPr>
            <a:spLocks noChangeAspect="1"/>
          </p:cNvSpPr>
          <p:nvPr/>
        </p:nvSpPr>
        <p:spPr bwMode="auto">
          <a:xfrm>
            <a:off x="3520065" y="29501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right-arrow_339913">
            <a:extLst>
              <a:ext uri="{FF2B5EF4-FFF2-40B4-BE49-F238E27FC236}">
                <a16:creationId xmlns:a16="http://schemas.microsoft.com/office/drawing/2014/main" id="{8E16FC23-C0A0-4D47-B980-B3CBABCC9486}"/>
              </a:ext>
            </a:extLst>
          </p:cNvPr>
          <p:cNvSpPr>
            <a:spLocks noChangeAspect="1"/>
          </p:cNvSpPr>
          <p:nvPr/>
        </p:nvSpPr>
        <p:spPr bwMode="auto">
          <a:xfrm>
            <a:off x="7993058" y="29501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0931795"/>
      </p:ext>
    </p:extLst>
  </p:cSld>
  <p:clrMapOvr>
    <a:masterClrMapping/>
  </p:clrMapOvr>
  <p:transition spd="med">
    <p:pull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6">
            <a:extLst>
              <a:ext uri="{FF2B5EF4-FFF2-40B4-BE49-F238E27FC236}">
                <a16:creationId xmlns:a16="http://schemas.microsoft.com/office/drawing/2014/main" id="{DE2DA11E-BF99-4E54-8A5C-0AFF1AB8A1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2990" y="1484311"/>
            <a:ext cx="7287114" cy="2267551"/>
          </a:xfrm>
        </p:spPr>
        <p:txBody>
          <a:bodyPr>
            <a:normAutofit fontScale="92500" lnSpcReduction="20000"/>
          </a:bodyPr>
          <a:lstStyle/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感谢</a:t>
            </a:r>
            <a:endParaRPr lang="en-US" altLang="zh-CN" sz="6000" b="1" dirty="0"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请您批评指正</a:t>
            </a:r>
          </a:p>
        </p:txBody>
      </p:sp>
      <p:cxnSp>
        <p:nvCxnSpPr>
          <p:cNvPr id="13" name="直接连接符 12">
            <a:extLst>
              <a:ext uri="{FF2B5EF4-FFF2-40B4-BE49-F238E27FC236}">
                <a16:creationId xmlns:a16="http://schemas.microsoft.com/office/drawing/2014/main" id="{F02FAD8C-9DE1-4C82-A97E-3FC46FEADB6D}"/>
              </a:ext>
            </a:extLst>
          </p:cNvPr>
          <p:cNvCxnSpPr/>
          <p:nvPr/>
        </p:nvCxnSpPr>
        <p:spPr>
          <a:xfrm>
            <a:off x="1295400" y="3925027"/>
            <a:ext cx="7343775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文本占位符 4">
            <a:extLst>
              <a:ext uri="{FF2B5EF4-FFF2-40B4-BE49-F238E27FC236}">
                <a16:creationId xmlns:a16="http://schemas.microsoft.com/office/drawing/2014/main" id="{ADC8450B-B7A8-4345-A581-E9097A65571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301662" y="4270263"/>
            <a:ext cx="7287114" cy="1578523"/>
          </a:xfrm>
        </p:spPr>
        <p:txBody>
          <a:bodyPr>
            <a:norm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fld id="{557380AF-A950-485A-9126-2F7168CD3CCC}" type="datetime1">
              <a:rPr lang="zh-CN" altLang="en-US" smtClean="0"/>
              <a:pPr>
                <a:lnSpc>
                  <a:spcPct val="150000"/>
                </a:lnSpc>
              </a:pPr>
              <a:t>2026/5/29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81006062"/>
      </p:ext>
    </p:extLst>
  </p:cSld>
  <p:clrMapOvr>
    <a:masterClrMapping/>
  </p:clrMapOvr>
  <p:transition spd="med">
    <p:pull/>
  </p:transition>
</p:sld>
</file>

<file path=ppt/theme/theme1.xml><?xml version="1.0" encoding="utf-8"?>
<a:theme xmlns:a="http://schemas.openxmlformats.org/drawingml/2006/main" name="内页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封1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等线 Light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84</TotalTime>
  <Words>1547</Words>
  <Application>Microsoft Office PowerPoint</Application>
  <PresentationFormat>宽屏</PresentationFormat>
  <Paragraphs>150</Paragraphs>
  <Slides>21</Slides>
  <Notes>21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21</vt:i4>
      </vt:variant>
    </vt:vector>
  </HeadingPairs>
  <TitlesOfParts>
    <vt:vector size="29" baseType="lpstr">
      <vt:lpstr>等线</vt:lpstr>
      <vt:lpstr>宋体</vt:lpstr>
      <vt:lpstr>微软雅黑</vt:lpstr>
      <vt:lpstr>Arial</vt:lpstr>
      <vt:lpstr>Arial Black</vt:lpstr>
      <vt:lpstr>Century Gothic</vt:lpstr>
      <vt:lpstr>内页​​</vt:lpstr>
      <vt:lpstr>封1​​</vt:lpstr>
      <vt:lpstr>PowerPoint 演示文稿</vt:lpstr>
      <vt:lpstr>基本情况与约束条件</vt:lpstr>
      <vt:lpstr>成员分工</vt:lpstr>
      <vt:lpstr>项目背景与核心难点</vt:lpstr>
      <vt:lpstr>问题一：如何判断</vt:lpstr>
      <vt:lpstr>PowerPoint 演示文稿</vt:lpstr>
      <vt:lpstr>问题二：状态空间和时间爆炸</vt:lpstr>
      <vt:lpstr>问题三：死胡同与无效搜索</vt:lpstr>
      <vt:lpstr>总结设计思想</vt:lpstr>
      <vt:lpstr>3*3流程图</vt:lpstr>
      <vt:lpstr>4*4流程图</vt:lpstr>
      <vt:lpstr>主要数据结构</vt:lpstr>
      <vt:lpstr>主要数据结构</vt:lpstr>
      <vt:lpstr>核心代码演示</vt:lpstr>
      <vt:lpstr>核心代码演示</vt:lpstr>
      <vt:lpstr>测试用例</vt:lpstr>
      <vt:lpstr>测试用例</vt:lpstr>
      <vt:lpstr>测试用例</vt:lpstr>
      <vt:lpstr>测试用例</vt:lpstr>
      <vt:lpstr>总结与思考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DEYUAN MENG</dc:creator>
  <cp:lastModifiedBy>DEYUAN MENG</cp:lastModifiedBy>
  <cp:revision>6</cp:revision>
  <dcterms:created xsi:type="dcterms:W3CDTF">2026-05-28T17:11:06Z</dcterms:created>
  <dcterms:modified xsi:type="dcterms:W3CDTF">2026-05-29T05:10:32Z</dcterms:modified>
</cp:coreProperties>
</file>